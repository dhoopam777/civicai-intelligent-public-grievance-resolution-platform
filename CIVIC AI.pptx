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6" r:id="rId4"/>
    <p:sldMasterId id="2147483677"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c5c0dc5883_2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c5c0dc5883_2_1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c5c0dc5883_2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g3c5c0dc5883_2_1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c5c0dc5883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g3c5c0dc5883_2_1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3c5c0dc5883_2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g3c5c0dc5883_2_18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3c5c0dc5883_2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g3c5c0dc5883_2_2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5c0dc5883_2_2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g3c5c0dc5883_2_2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g3c5c0dc5883_2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g3c5c0dc5883_2_28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3c5c0dc5883_2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g3c5c0dc5883_2_3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56" name="Shape 56"/>
        <p:cNvGrpSpPr/>
        <p:nvPr/>
      </p:nvGrpSpPr>
      <p:grpSpPr>
        <a:xfrm>
          <a:off x="0" y="0"/>
          <a:ext cx="0" cy="0"/>
          <a:chOff x="0" y="0"/>
          <a:chExt cx="0" cy="0"/>
        </a:xfrm>
      </p:grpSpPr>
      <p:pic>
        <p:nvPicPr>
          <p:cNvPr descr="Celestia-R1---OverlayTitleHD.png" id="57" name="Google Shape;57;p14"/>
          <p:cNvPicPr preferRelativeResize="0"/>
          <p:nvPr/>
        </p:nvPicPr>
        <p:blipFill rotWithShape="1">
          <a:blip r:embed="rId3">
            <a:alphaModFix/>
          </a:blip>
          <a:srcRect b="0" l="0" r="0" t="0"/>
          <a:stretch/>
        </p:blipFill>
        <p:spPr>
          <a:xfrm>
            <a:off x="0" y="0"/>
            <a:ext cx="9141619" cy="5142161"/>
          </a:xfrm>
          <a:prstGeom prst="rect">
            <a:avLst/>
          </a:prstGeom>
          <a:noFill/>
          <a:ln>
            <a:noFill/>
          </a:ln>
        </p:spPr>
      </p:pic>
      <p:sp>
        <p:nvSpPr>
          <p:cNvPr id="58" name="Google Shape;58;p14"/>
          <p:cNvSpPr txBox="1"/>
          <p:nvPr>
            <p:ph type="ctrTitle"/>
          </p:nvPr>
        </p:nvSpPr>
        <p:spPr>
          <a:xfrm>
            <a:off x="2971799" y="1473200"/>
            <a:ext cx="5398295" cy="1816098"/>
          </a:xfrm>
          <a:prstGeom prst="rect">
            <a:avLst/>
          </a:prstGeom>
          <a:noFill/>
          <a:ln>
            <a:noFill/>
          </a:ln>
        </p:spPr>
        <p:txBody>
          <a:bodyPr anchorCtr="0" anchor="b" bIns="34275" lIns="68575" spcFirstLastPara="1" rIns="68575" wrap="square" tIns="34275">
            <a:normAutofit/>
          </a:bodyPr>
          <a:lstStyle>
            <a:lvl1pPr lvl="0" algn="r">
              <a:spcBef>
                <a:spcPts val="0"/>
              </a:spcBef>
              <a:spcAft>
                <a:spcPts val="0"/>
              </a:spcAft>
              <a:buClr>
                <a:schemeClr val="lt1"/>
              </a:buClr>
              <a:buSzPts val="3600"/>
              <a:buFont typeface="Calibri"/>
              <a:buNone/>
              <a:defRPr sz="36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Google Shape;59;p14"/>
          <p:cNvSpPr txBox="1"/>
          <p:nvPr>
            <p:ph idx="1" type="subTitle"/>
          </p:nvPr>
        </p:nvSpPr>
        <p:spPr>
          <a:xfrm>
            <a:off x="2971799" y="3289299"/>
            <a:ext cx="5398295" cy="1054100"/>
          </a:xfrm>
          <a:prstGeom prst="rect">
            <a:avLst/>
          </a:prstGeom>
          <a:noFill/>
          <a:ln>
            <a:noFill/>
          </a:ln>
        </p:spPr>
        <p:txBody>
          <a:bodyPr anchorCtr="0" anchor="t" bIns="34275" lIns="68575" spcFirstLastPara="1" rIns="68575" wrap="square" tIns="34275">
            <a:normAutofit/>
          </a:bodyPr>
          <a:lstStyle>
            <a:lvl1pPr lvl="0" algn="r">
              <a:spcBef>
                <a:spcPts val="0"/>
              </a:spcBef>
              <a:spcAft>
                <a:spcPts val="0"/>
              </a:spcAft>
              <a:buSzPts val="1400"/>
              <a:buNone/>
              <a:defRPr sz="1400" cap="none">
                <a:solidFill>
                  <a:schemeClr val="lt1"/>
                </a:solidFill>
              </a:defRPr>
            </a:lvl1pPr>
            <a:lvl2pPr lvl="1" algn="ctr">
              <a:spcBef>
                <a:spcPts val="800"/>
              </a:spcBef>
              <a:spcAft>
                <a:spcPts val="0"/>
              </a:spcAft>
              <a:buSzPts val="1200"/>
              <a:buNone/>
              <a:defRPr>
                <a:solidFill>
                  <a:schemeClr val="lt1"/>
                </a:solidFill>
              </a:defRPr>
            </a:lvl2pPr>
            <a:lvl3pPr lvl="2" algn="ctr">
              <a:spcBef>
                <a:spcPts val="800"/>
              </a:spcBef>
              <a:spcAft>
                <a:spcPts val="0"/>
              </a:spcAft>
              <a:buSzPts val="1100"/>
              <a:buNone/>
              <a:defRPr>
                <a:solidFill>
                  <a:schemeClr val="lt1"/>
                </a:solidFill>
              </a:defRPr>
            </a:lvl3pPr>
            <a:lvl4pPr lvl="3" algn="ctr">
              <a:spcBef>
                <a:spcPts val="800"/>
              </a:spcBef>
              <a:spcAft>
                <a:spcPts val="0"/>
              </a:spcAft>
              <a:buSzPts val="900"/>
              <a:buNone/>
              <a:defRPr>
                <a:solidFill>
                  <a:schemeClr val="lt1"/>
                </a:solidFill>
              </a:defRPr>
            </a:lvl4pPr>
            <a:lvl5pPr lvl="4" algn="ctr">
              <a:spcBef>
                <a:spcPts val="800"/>
              </a:spcBef>
              <a:spcAft>
                <a:spcPts val="0"/>
              </a:spcAft>
              <a:buSzPts val="900"/>
              <a:buNone/>
              <a:defRPr>
                <a:solidFill>
                  <a:schemeClr val="lt1"/>
                </a:solidFill>
              </a:defRPr>
            </a:lvl5pPr>
            <a:lvl6pPr lvl="5" algn="ctr">
              <a:spcBef>
                <a:spcPts val="800"/>
              </a:spcBef>
              <a:spcAft>
                <a:spcPts val="0"/>
              </a:spcAft>
              <a:buSzPts val="900"/>
              <a:buNone/>
              <a:defRPr>
                <a:solidFill>
                  <a:schemeClr val="lt1"/>
                </a:solidFill>
              </a:defRPr>
            </a:lvl6pPr>
            <a:lvl7pPr lvl="6" algn="ctr">
              <a:spcBef>
                <a:spcPts val="800"/>
              </a:spcBef>
              <a:spcAft>
                <a:spcPts val="0"/>
              </a:spcAft>
              <a:buSzPts val="900"/>
              <a:buNone/>
              <a:defRPr>
                <a:solidFill>
                  <a:schemeClr val="lt1"/>
                </a:solidFill>
              </a:defRPr>
            </a:lvl7pPr>
            <a:lvl8pPr lvl="7" algn="ctr">
              <a:spcBef>
                <a:spcPts val="800"/>
              </a:spcBef>
              <a:spcAft>
                <a:spcPts val="0"/>
              </a:spcAft>
              <a:buSzPts val="900"/>
              <a:buNone/>
              <a:defRPr>
                <a:solidFill>
                  <a:schemeClr val="lt1"/>
                </a:solidFill>
              </a:defRPr>
            </a:lvl8pPr>
            <a:lvl9pPr lvl="8" algn="ctr">
              <a:spcBef>
                <a:spcPts val="800"/>
              </a:spcBef>
              <a:spcAft>
                <a:spcPts val="800"/>
              </a:spcAft>
              <a:buSzPts val="900"/>
              <a:buNone/>
              <a:defRPr>
                <a:solidFill>
                  <a:schemeClr val="lt1"/>
                </a:solidFill>
              </a:defRPr>
            </a:lvl9pPr>
          </a:lstStyle>
          <a:p/>
        </p:txBody>
      </p:sp>
      <p:sp>
        <p:nvSpPr>
          <p:cNvPr id="60" name="Google Shape;60;p14"/>
          <p:cNvSpPr txBox="1"/>
          <p:nvPr>
            <p:ph idx="10" type="dt"/>
          </p:nvPr>
        </p:nvSpPr>
        <p:spPr>
          <a:xfrm>
            <a:off x="6699419"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1" name="Google Shape;61;p14"/>
          <p:cNvSpPr txBox="1"/>
          <p:nvPr>
            <p:ph idx="11" type="ftr"/>
          </p:nvPr>
        </p:nvSpPr>
        <p:spPr>
          <a:xfrm>
            <a:off x="2971799" y="4402931"/>
            <a:ext cx="3670468"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2" name="Google Shape;62;p14"/>
          <p:cNvSpPr txBox="1"/>
          <p:nvPr>
            <p:ph idx="12" type="sldNum"/>
          </p:nvPr>
        </p:nvSpPr>
        <p:spPr>
          <a:xfrm>
            <a:off x="7956719"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3" name="Shape 63"/>
        <p:cNvGrpSpPr/>
        <p:nvPr/>
      </p:nvGrpSpPr>
      <p:grpSpPr>
        <a:xfrm>
          <a:off x="0" y="0"/>
          <a:ext cx="0" cy="0"/>
          <a:chOff x="0" y="0"/>
          <a:chExt cx="0" cy="0"/>
        </a:xfrm>
      </p:grpSpPr>
      <p:pic>
        <p:nvPicPr>
          <p:cNvPr descr="Celestia-R1---OverlayContentHD.png" id="64" name="Google Shape;64;p15"/>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65" name="Google Shape;65;p15"/>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15"/>
          <p:cNvSpPr txBox="1"/>
          <p:nvPr>
            <p:ph idx="1" type="body"/>
          </p:nvPr>
        </p:nvSpPr>
        <p:spPr>
          <a:xfrm>
            <a:off x="514351" y="1606550"/>
            <a:ext cx="7598569" cy="2736850"/>
          </a:xfrm>
          <a:prstGeom prst="rect">
            <a:avLst/>
          </a:prstGeom>
          <a:noFill/>
          <a:ln>
            <a:noFill/>
          </a:ln>
        </p:spPr>
        <p:txBody>
          <a:bodyPr anchorCtr="0" anchor="ctr"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67" name="Google Shape;67;p15"/>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5"/>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9" name="Google Shape;69;p15"/>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0" name="Shape 70"/>
        <p:cNvGrpSpPr/>
        <p:nvPr/>
      </p:nvGrpSpPr>
      <p:grpSpPr>
        <a:xfrm>
          <a:off x="0" y="0"/>
          <a:ext cx="0" cy="0"/>
          <a:chOff x="0" y="0"/>
          <a:chExt cx="0" cy="0"/>
        </a:xfrm>
      </p:grpSpPr>
      <p:pic>
        <p:nvPicPr>
          <p:cNvPr descr="Celestia-R1---OverlayContentHD.png" id="71" name="Google Shape;71;p16"/>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72" name="Google Shape;72;p16"/>
          <p:cNvSpPr txBox="1"/>
          <p:nvPr>
            <p:ph type="title"/>
          </p:nvPr>
        </p:nvSpPr>
        <p:spPr>
          <a:xfrm>
            <a:off x="514350" y="2481436"/>
            <a:ext cx="7598570" cy="11016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3000"/>
              <a:buFont typeface="Calibri"/>
              <a:buNone/>
              <a:defRPr b="0" sz="30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Google Shape;73;p16"/>
          <p:cNvSpPr txBox="1"/>
          <p:nvPr>
            <p:ph idx="1" type="body"/>
          </p:nvPr>
        </p:nvSpPr>
        <p:spPr>
          <a:xfrm>
            <a:off x="514349" y="3583036"/>
            <a:ext cx="7598571"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500"/>
              <a:buNone/>
              <a:defRPr sz="1500" cap="none">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74" name="Google Shape;74;p16"/>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5" name="Google Shape;75;p16"/>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6"/>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7" name="Shape 77"/>
        <p:cNvGrpSpPr/>
        <p:nvPr/>
      </p:nvGrpSpPr>
      <p:grpSpPr>
        <a:xfrm>
          <a:off x="0" y="0"/>
          <a:ext cx="0" cy="0"/>
          <a:chOff x="0" y="0"/>
          <a:chExt cx="0" cy="0"/>
        </a:xfrm>
      </p:grpSpPr>
      <p:pic>
        <p:nvPicPr>
          <p:cNvPr descr="Celestia-R1---OverlayContentHD.png" id="78" name="Google Shape;78;p17"/>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79" name="Google Shape;79;p17"/>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0" name="Google Shape;80;p17"/>
          <p:cNvSpPr txBox="1"/>
          <p:nvPr>
            <p:ph idx="1" type="body"/>
          </p:nvPr>
        </p:nvSpPr>
        <p:spPr>
          <a:xfrm>
            <a:off x="514351" y="1606550"/>
            <a:ext cx="3746500" cy="2736851"/>
          </a:xfrm>
          <a:prstGeom prst="rect">
            <a:avLst/>
          </a:prstGeom>
          <a:noFill/>
          <a:ln>
            <a:noFill/>
          </a:ln>
        </p:spPr>
        <p:txBody>
          <a:bodyPr anchorCtr="0" anchor="ctr"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81" name="Google Shape;81;p17"/>
          <p:cNvSpPr txBox="1"/>
          <p:nvPr>
            <p:ph idx="2" type="body"/>
          </p:nvPr>
        </p:nvSpPr>
        <p:spPr>
          <a:xfrm>
            <a:off x="4366421" y="1606550"/>
            <a:ext cx="3746499" cy="2736850"/>
          </a:xfrm>
          <a:prstGeom prst="rect">
            <a:avLst/>
          </a:prstGeom>
          <a:noFill/>
          <a:ln>
            <a:noFill/>
          </a:ln>
        </p:spPr>
        <p:txBody>
          <a:bodyPr anchorCtr="0" anchor="ctr"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82" name="Google Shape;82;p17"/>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3" name="Google Shape;83;p17"/>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7"/>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8"/>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700"/>
              <a:buFont typeface="Calibri"/>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8"/>
          <p:cNvSpPr txBox="1"/>
          <p:nvPr>
            <p:ph idx="1" type="body"/>
          </p:nvPr>
        </p:nvSpPr>
        <p:spPr>
          <a:xfrm>
            <a:off x="730253" y="1663700"/>
            <a:ext cx="3531791" cy="432197"/>
          </a:xfrm>
          <a:prstGeom prst="rect">
            <a:avLst/>
          </a:prstGeom>
          <a:noFill/>
          <a:ln>
            <a:noFill/>
          </a:ln>
        </p:spPr>
        <p:txBody>
          <a:bodyPr anchorCtr="0" anchor="b" bIns="34275" lIns="68575" spcFirstLastPara="1" rIns="68575" wrap="square" tIns="34275">
            <a:noAutofit/>
          </a:bodyPr>
          <a:lstStyle>
            <a:lvl1pPr indent="-228600" lvl="0" marL="457200" algn="l">
              <a:spcBef>
                <a:spcPts val="0"/>
              </a:spcBef>
              <a:spcAft>
                <a:spcPts val="0"/>
              </a:spcAft>
              <a:buSzPts val="2100"/>
              <a:buNone/>
              <a:defRPr b="0" sz="2100"/>
            </a:lvl1pPr>
            <a:lvl2pPr indent="-228600" lvl="1" marL="914400" algn="l">
              <a:spcBef>
                <a:spcPts val="800"/>
              </a:spcBef>
              <a:spcAft>
                <a:spcPts val="0"/>
              </a:spcAft>
              <a:buSzPts val="1500"/>
              <a:buNone/>
              <a:defRPr b="1" sz="1500"/>
            </a:lvl2pPr>
            <a:lvl3pPr indent="-228600" lvl="2" marL="1371600" algn="l">
              <a:spcBef>
                <a:spcPts val="800"/>
              </a:spcBef>
              <a:spcAft>
                <a:spcPts val="0"/>
              </a:spcAft>
              <a:buSzPts val="1400"/>
              <a:buNone/>
              <a:defRPr b="1" sz="1400"/>
            </a:lvl3pPr>
            <a:lvl4pPr indent="-228600" lvl="3" marL="1828800" algn="l">
              <a:spcBef>
                <a:spcPts val="800"/>
              </a:spcBef>
              <a:spcAft>
                <a:spcPts val="0"/>
              </a:spcAft>
              <a:buSzPts val="1200"/>
              <a:buNone/>
              <a:defRPr b="1" sz="1200"/>
            </a:lvl4pPr>
            <a:lvl5pPr indent="-228600" lvl="4" marL="2286000" algn="l">
              <a:spcBef>
                <a:spcPts val="800"/>
              </a:spcBef>
              <a:spcAft>
                <a:spcPts val="0"/>
              </a:spcAft>
              <a:buSzPts val="1200"/>
              <a:buNone/>
              <a:defRPr b="1" sz="1200"/>
            </a:lvl5pPr>
            <a:lvl6pPr indent="-228600" lvl="5" marL="2743200" algn="l">
              <a:spcBef>
                <a:spcPts val="800"/>
              </a:spcBef>
              <a:spcAft>
                <a:spcPts val="0"/>
              </a:spcAft>
              <a:buSzPts val="1200"/>
              <a:buNone/>
              <a:defRPr b="1" sz="1200"/>
            </a:lvl6pPr>
            <a:lvl7pPr indent="-228600" lvl="6" marL="3200400" algn="l">
              <a:spcBef>
                <a:spcPts val="800"/>
              </a:spcBef>
              <a:spcAft>
                <a:spcPts val="0"/>
              </a:spcAft>
              <a:buSzPts val="1200"/>
              <a:buNone/>
              <a:defRPr b="1" sz="1200"/>
            </a:lvl7pPr>
            <a:lvl8pPr indent="-228600" lvl="7" marL="3657600" algn="l">
              <a:spcBef>
                <a:spcPts val="800"/>
              </a:spcBef>
              <a:spcAft>
                <a:spcPts val="0"/>
              </a:spcAft>
              <a:buSzPts val="1200"/>
              <a:buNone/>
              <a:defRPr b="1" sz="1200"/>
            </a:lvl8pPr>
            <a:lvl9pPr indent="-228600" lvl="8" marL="4114800" algn="l">
              <a:spcBef>
                <a:spcPts val="800"/>
              </a:spcBef>
              <a:spcAft>
                <a:spcPts val="800"/>
              </a:spcAft>
              <a:buSzPts val="1200"/>
              <a:buNone/>
              <a:defRPr b="1" sz="1200"/>
            </a:lvl9pPr>
          </a:lstStyle>
          <a:p/>
        </p:txBody>
      </p:sp>
      <p:sp>
        <p:nvSpPr>
          <p:cNvPr id="88" name="Google Shape;88;p18"/>
          <p:cNvSpPr txBox="1"/>
          <p:nvPr>
            <p:ph idx="2" type="body"/>
          </p:nvPr>
        </p:nvSpPr>
        <p:spPr>
          <a:xfrm>
            <a:off x="514351" y="2152651"/>
            <a:ext cx="3747692" cy="2190749"/>
          </a:xfrm>
          <a:prstGeom prst="rect">
            <a:avLst/>
          </a:prstGeom>
          <a:noFill/>
          <a:ln>
            <a:noFill/>
          </a:ln>
        </p:spPr>
        <p:txBody>
          <a:bodyPr anchorCtr="0" anchor="t"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89" name="Google Shape;89;p18"/>
          <p:cNvSpPr txBox="1"/>
          <p:nvPr>
            <p:ph idx="3" type="body"/>
          </p:nvPr>
        </p:nvSpPr>
        <p:spPr>
          <a:xfrm>
            <a:off x="4572002" y="1670051"/>
            <a:ext cx="3542110" cy="432197"/>
          </a:xfrm>
          <a:prstGeom prst="rect">
            <a:avLst/>
          </a:prstGeom>
          <a:noFill/>
          <a:ln>
            <a:noFill/>
          </a:ln>
        </p:spPr>
        <p:txBody>
          <a:bodyPr anchorCtr="0" anchor="b" bIns="34275" lIns="68575" spcFirstLastPara="1" rIns="68575" wrap="square" tIns="34275">
            <a:noAutofit/>
          </a:bodyPr>
          <a:lstStyle>
            <a:lvl1pPr indent="-228600" lvl="0" marL="457200" algn="l">
              <a:spcBef>
                <a:spcPts val="0"/>
              </a:spcBef>
              <a:spcAft>
                <a:spcPts val="0"/>
              </a:spcAft>
              <a:buSzPts val="2100"/>
              <a:buNone/>
              <a:defRPr b="0" sz="2100"/>
            </a:lvl1pPr>
            <a:lvl2pPr indent="-228600" lvl="1" marL="914400" algn="l">
              <a:spcBef>
                <a:spcPts val="800"/>
              </a:spcBef>
              <a:spcAft>
                <a:spcPts val="0"/>
              </a:spcAft>
              <a:buSzPts val="1500"/>
              <a:buNone/>
              <a:defRPr b="1" sz="1500"/>
            </a:lvl2pPr>
            <a:lvl3pPr indent="-228600" lvl="2" marL="1371600" algn="l">
              <a:spcBef>
                <a:spcPts val="800"/>
              </a:spcBef>
              <a:spcAft>
                <a:spcPts val="0"/>
              </a:spcAft>
              <a:buSzPts val="1400"/>
              <a:buNone/>
              <a:defRPr b="1" sz="1400"/>
            </a:lvl3pPr>
            <a:lvl4pPr indent="-228600" lvl="3" marL="1828800" algn="l">
              <a:spcBef>
                <a:spcPts val="800"/>
              </a:spcBef>
              <a:spcAft>
                <a:spcPts val="0"/>
              </a:spcAft>
              <a:buSzPts val="1200"/>
              <a:buNone/>
              <a:defRPr b="1" sz="1200"/>
            </a:lvl4pPr>
            <a:lvl5pPr indent="-228600" lvl="4" marL="2286000" algn="l">
              <a:spcBef>
                <a:spcPts val="800"/>
              </a:spcBef>
              <a:spcAft>
                <a:spcPts val="0"/>
              </a:spcAft>
              <a:buSzPts val="1200"/>
              <a:buNone/>
              <a:defRPr b="1" sz="1200"/>
            </a:lvl5pPr>
            <a:lvl6pPr indent="-228600" lvl="5" marL="2743200" algn="l">
              <a:spcBef>
                <a:spcPts val="800"/>
              </a:spcBef>
              <a:spcAft>
                <a:spcPts val="0"/>
              </a:spcAft>
              <a:buSzPts val="1200"/>
              <a:buNone/>
              <a:defRPr b="1" sz="1200"/>
            </a:lvl6pPr>
            <a:lvl7pPr indent="-228600" lvl="6" marL="3200400" algn="l">
              <a:spcBef>
                <a:spcPts val="800"/>
              </a:spcBef>
              <a:spcAft>
                <a:spcPts val="0"/>
              </a:spcAft>
              <a:buSzPts val="1200"/>
              <a:buNone/>
              <a:defRPr b="1" sz="1200"/>
            </a:lvl7pPr>
            <a:lvl8pPr indent="-228600" lvl="7" marL="3657600" algn="l">
              <a:spcBef>
                <a:spcPts val="800"/>
              </a:spcBef>
              <a:spcAft>
                <a:spcPts val="0"/>
              </a:spcAft>
              <a:buSzPts val="1200"/>
              <a:buNone/>
              <a:defRPr b="1" sz="1200"/>
            </a:lvl8pPr>
            <a:lvl9pPr indent="-228600" lvl="8" marL="4114800" algn="l">
              <a:spcBef>
                <a:spcPts val="800"/>
              </a:spcBef>
              <a:spcAft>
                <a:spcPts val="800"/>
              </a:spcAft>
              <a:buSzPts val="1200"/>
              <a:buNone/>
              <a:defRPr b="1" sz="1200"/>
            </a:lvl9pPr>
          </a:lstStyle>
          <a:p/>
        </p:txBody>
      </p:sp>
      <p:sp>
        <p:nvSpPr>
          <p:cNvPr id="90" name="Google Shape;90;p18"/>
          <p:cNvSpPr txBox="1"/>
          <p:nvPr>
            <p:ph idx="4" type="body"/>
          </p:nvPr>
        </p:nvSpPr>
        <p:spPr>
          <a:xfrm>
            <a:off x="4367612" y="2152651"/>
            <a:ext cx="3746501" cy="2190749"/>
          </a:xfrm>
          <a:prstGeom prst="rect">
            <a:avLst/>
          </a:prstGeom>
          <a:noFill/>
          <a:ln>
            <a:noFill/>
          </a:ln>
        </p:spPr>
        <p:txBody>
          <a:bodyPr anchorCtr="0" anchor="t"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91" name="Google Shape;91;p18"/>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2" name="Google Shape;92;p18"/>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8"/>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pic>
        <p:nvPicPr>
          <p:cNvPr descr="Celestia-R1---OverlayContentHD.png" id="95" name="Google Shape;95;p19"/>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96" name="Google Shape;96;p19"/>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19"/>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8" name="Google Shape;98;p19"/>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9" name="Google Shape;99;p19"/>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0" name="Shape 100"/>
        <p:cNvGrpSpPr/>
        <p:nvPr/>
      </p:nvGrpSpPr>
      <p:grpSpPr>
        <a:xfrm>
          <a:off x="0" y="0"/>
          <a:ext cx="0" cy="0"/>
          <a:chOff x="0" y="0"/>
          <a:chExt cx="0" cy="0"/>
        </a:xfrm>
      </p:grpSpPr>
      <p:pic>
        <p:nvPicPr>
          <p:cNvPr descr="Celestia-R1---OverlayContentHD.png" id="101" name="Google Shape;101;p20"/>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02" name="Google Shape;102;p20"/>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20"/>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4" name="Google Shape;104;p20"/>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5" name="Shape 105"/>
        <p:cNvGrpSpPr/>
        <p:nvPr/>
      </p:nvGrpSpPr>
      <p:grpSpPr>
        <a:xfrm>
          <a:off x="0" y="0"/>
          <a:ext cx="0" cy="0"/>
          <a:chOff x="0" y="0"/>
          <a:chExt cx="0" cy="0"/>
        </a:xfrm>
      </p:grpSpPr>
      <p:pic>
        <p:nvPicPr>
          <p:cNvPr descr="Celestia-R1---OverlayContentHD.png" id="106" name="Google Shape;106;p21"/>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07" name="Google Shape;107;p21"/>
          <p:cNvSpPr txBox="1"/>
          <p:nvPr>
            <p:ph type="title"/>
          </p:nvPr>
        </p:nvSpPr>
        <p:spPr>
          <a:xfrm>
            <a:off x="514350" y="1555750"/>
            <a:ext cx="2760664" cy="10287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1800"/>
              <a:buFont typeface="Calibri"/>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21"/>
          <p:cNvSpPr txBox="1"/>
          <p:nvPr>
            <p:ph idx="1" type="body"/>
          </p:nvPr>
        </p:nvSpPr>
        <p:spPr>
          <a:xfrm>
            <a:off x="3486151" y="457201"/>
            <a:ext cx="4626770" cy="3886200"/>
          </a:xfrm>
          <a:prstGeom prst="rect">
            <a:avLst/>
          </a:prstGeom>
          <a:noFill/>
          <a:ln>
            <a:noFill/>
          </a:ln>
        </p:spPr>
        <p:txBody>
          <a:bodyPr anchorCtr="0" anchor="ctr"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09" name="Google Shape;109;p21"/>
          <p:cNvSpPr txBox="1"/>
          <p:nvPr>
            <p:ph idx="2" type="body"/>
          </p:nvPr>
        </p:nvSpPr>
        <p:spPr>
          <a:xfrm>
            <a:off x="514350" y="2584450"/>
            <a:ext cx="2760664" cy="137160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200"/>
              <a:buNone/>
              <a:defRPr sz="1200"/>
            </a:lvl1pPr>
            <a:lvl2pPr indent="-228600" lvl="1" marL="914400" algn="l">
              <a:spcBef>
                <a:spcPts val="800"/>
              </a:spcBef>
              <a:spcAft>
                <a:spcPts val="0"/>
              </a:spcAft>
              <a:buSzPts val="900"/>
              <a:buNone/>
              <a:defRPr sz="900"/>
            </a:lvl2pPr>
            <a:lvl3pPr indent="-228600" lvl="2" marL="1371600" algn="l">
              <a:spcBef>
                <a:spcPts val="800"/>
              </a:spcBef>
              <a:spcAft>
                <a:spcPts val="0"/>
              </a:spcAft>
              <a:buSzPts val="800"/>
              <a:buNone/>
              <a:defRPr sz="800"/>
            </a:lvl3pPr>
            <a:lvl4pPr indent="-228600" lvl="3" marL="1828800" algn="l">
              <a:spcBef>
                <a:spcPts val="800"/>
              </a:spcBef>
              <a:spcAft>
                <a:spcPts val="0"/>
              </a:spcAft>
              <a:buSzPts val="700"/>
              <a:buNone/>
              <a:defRPr sz="700"/>
            </a:lvl4pPr>
            <a:lvl5pPr indent="-228600" lvl="4" marL="2286000" algn="l">
              <a:spcBef>
                <a:spcPts val="800"/>
              </a:spcBef>
              <a:spcAft>
                <a:spcPts val="0"/>
              </a:spcAft>
              <a:buSzPts val="700"/>
              <a:buNone/>
              <a:defRPr sz="700"/>
            </a:lvl5pPr>
            <a:lvl6pPr indent="-228600" lvl="5" marL="2743200" algn="l">
              <a:spcBef>
                <a:spcPts val="800"/>
              </a:spcBef>
              <a:spcAft>
                <a:spcPts val="0"/>
              </a:spcAft>
              <a:buSzPts val="700"/>
              <a:buNone/>
              <a:defRPr sz="700"/>
            </a:lvl6pPr>
            <a:lvl7pPr indent="-228600" lvl="6" marL="3200400" algn="l">
              <a:spcBef>
                <a:spcPts val="800"/>
              </a:spcBef>
              <a:spcAft>
                <a:spcPts val="0"/>
              </a:spcAft>
              <a:buSzPts val="700"/>
              <a:buNone/>
              <a:defRPr sz="700"/>
            </a:lvl7pPr>
            <a:lvl8pPr indent="-228600" lvl="7" marL="3657600" algn="l">
              <a:spcBef>
                <a:spcPts val="800"/>
              </a:spcBef>
              <a:spcAft>
                <a:spcPts val="0"/>
              </a:spcAft>
              <a:buSzPts val="700"/>
              <a:buNone/>
              <a:defRPr sz="700"/>
            </a:lvl8pPr>
            <a:lvl9pPr indent="-228600" lvl="8" marL="4114800" algn="l">
              <a:spcBef>
                <a:spcPts val="800"/>
              </a:spcBef>
              <a:spcAft>
                <a:spcPts val="800"/>
              </a:spcAft>
              <a:buSzPts val="700"/>
              <a:buNone/>
              <a:defRPr sz="700"/>
            </a:lvl9pPr>
          </a:lstStyle>
          <a:p/>
        </p:txBody>
      </p:sp>
      <p:sp>
        <p:nvSpPr>
          <p:cNvPr id="110" name="Google Shape;110;p21"/>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1" name="Google Shape;111;p21"/>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2" name="Google Shape;112;p21"/>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3" name="Shape 113"/>
        <p:cNvGrpSpPr/>
        <p:nvPr/>
      </p:nvGrpSpPr>
      <p:grpSpPr>
        <a:xfrm>
          <a:off x="0" y="0"/>
          <a:ext cx="0" cy="0"/>
          <a:chOff x="0" y="0"/>
          <a:chExt cx="0" cy="0"/>
        </a:xfrm>
      </p:grpSpPr>
      <p:pic>
        <p:nvPicPr>
          <p:cNvPr descr="Celestia-R1---OverlayContentHD.png" id="114" name="Google Shape;114;p22"/>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15" name="Google Shape;115;p22"/>
          <p:cNvSpPr txBox="1"/>
          <p:nvPr>
            <p:ph type="title"/>
          </p:nvPr>
        </p:nvSpPr>
        <p:spPr>
          <a:xfrm>
            <a:off x="514350" y="1200150"/>
            <a:ext cx="4623490" cy="10287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2100"/>
              <a:buFont typeface="Calibri"/>
              <a:buNone/>
              <a:defRPr b="0" sz="21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6" name="Google Shape;116;p22"/>
          <p:cNvSpPr/>
          <p:nvPr>
            <p:ph idx="2" type="pic"/>
          </p:nvPr>
        </p:nvSpPr>
        <p:spPr>
          <a:xfrm>
            <a:off x="5652190" y="685800"/>
            <a:ext cx="2460731" cy="3429000"/>
          </a:xfrm>
          <a:prstGeom prst="roundRect">
            <a:avLst>
              <a:gd fmla="val 42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3137"/>
              </a:srgbClr>
            </a:outerShdw>
          </a:effectLst>
        </p:spPr>
      </p:sp>
      <p:sp>
        <p:nvSpPr>
          <p:cNvPr id="117" name="Google Shape;117;p22"/>
          <p:cNvSpPr txBox="1"/>
          <p:nvPr>
            <p:ph idx="1" type="body"/>
          </p:nvPr>
        </p:nvSpPr>
        <p:spPr>
          <a:xfrm>
            <a:off x="514350" y="2228850"/>
            <a:ext cx="4623490" cy="137160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400"/>
              <a:buNone/>
              <a:defRPr sz="1400"/>
            </a:lvl1pPr>
            <a:lvl2pPr indent="-228600" lvl="1" marL="914400" algn="l">
              <a:spcBef>
                <a:spcPts val="800"/>
              </a:spcBef>
              <a:spcAft>
                <a:spcPts val="0"/>
              </a:spcAft>
              <a:buSzPts val="900"/>
              <a:buNone/>
              <a:defRPr sz="900"/>
            </a:lvl2pPr>
            <a:lvl3pPr indent="-228600" lvl="2" marL="1371600" algn="l">
              <a:spcBef>
                <a:spcPts val="800"/>
              </a:spcBef>
              <a:spcAft>
                <a:spcPts val="0"/>
              </a:spcAft>
              <a:buSzPts val="800"/>
              <a:buNone/>
              <a:defRPr sz="800"/>
            </a:lvl3pPr>
            <a:lvl4pPr indent="-228600" lvl="3" marL="1828800" algn="l">
              <a:spcBef>
                <a:spcPts val="800"/>
              </a:spcBef>
              <a:spcAft>
                <a:spcPts val="0"/>
              </a:spcAft>
              <a:buSzPts val="700"/>
              <a:buNone/>
              <a:defRPr sz="700"/>
            </a:lvl4pPr>
            <a:lvl5pPr indent="-228600" lvl="4" marL="2286000" algn="l">
              <a:spcBef>
                <a:spcPts val="800"/>
              </a:spcBef>
              <a:spcAft>
                <a:spcPts val="0"/>
              </a:spcAft>
              <a:buSzPts val="700"/>
              <a:buNone/>
              <a:defRPr sz="700"/>
            </a:lvl5pPr>
            <a:lvl6pPr indent="-228600" lvl="5" marL="2743200" algn="l">
              <a:spcBef>
                <a:spcPts val="800"/>
              </a:spcBef>
              <a:spcAft>
                <a:spcPts val="0"/>
              </a:spcAft>
              <a:buSzPts val="700"/>
              <a:buNone/>
              <a:defRPr sz="700"/>
            </a:lvl6pPr>
            <a:lvl7pPr indent="-228600" lvl="6" marL="3200400" algn="l">
              <a:spcBef>
                <a:spcPts val="800"/>
              </a:spcBef>
              <a:spcAft>
                <a:spcPts val="0"/>
              </a:spcAft>
              <a:buSzPts val="700"/>
              <a:buNone/>
              <a:defRPr sz="700"/>
            </a:lvl7pPr>
            <a:lvl8pPr indent="-228600" lvl="7" marL="3657600" algn="l">
              <a:spcBef>
                <a:spcPts val="800"/>
              </a:spcBef>
              <a:spcAft>
                <a:spcPts val="0"/>
              </a:spcAft>
              <a:buSzPts val="700"/>
              <a:buNone/>
              <a:defRPr sz="700"/>
            </a:lvl8pPr>
            <a:lvl9pPr indent="-228600" lvl="8" marL="4114800" algn="l">
              <a:spcBef>
                <a:spcPts val="800"/>
              </a:spcBef>
              <a:spcAft>
                <a:spcPts val="800"/>
              </a:spcAft>
              <a:buSzPts val="700"/>
              <a:buNone/>
              <a:defRPr sz="700"/>
            </a:lvl9pPr>
          </a:lstStyle>
          <a:p/>
        </p:txBody>
      </p:sp>
      <p:sp>
        <p:nvSpPr>
          <p:cNvPr id="118" name="Google Shape;118;p22"/>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9" name="Google Shape;119;p22"/>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2"/>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21" name="Shape 121"/>
        <p:cNvGrpSpPr/>
        <p:nvPr/>
      </p:nvGrpSpPr>
      <p:grpSpPr>
        <a:xfrm>
          <a:off x="0" y="0"/>
          <a:ext cx="0" cy="0"/>
          <a:chOff x="0" y="0"/>
          <a:chExt cx="0" cy="0"/>
        </a:xfrm>
      </p:grpSpPr>
      <p:pic>
        <p:nvPicPr>
          <p:cNvPr descr="Celestia-R1---OverlayContentHD.png" id="122" name="Google Shape;122;p23"/>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23" name="Google Shape;123;p23"/>
          <p:cNvSpPr txBox="1"/>
          <p:nvPr>
            <p:ph type="title"/>
          </p:nvPr>
        </p:nvSpPr>
        <p:spPr>
          <a:xfrm>
            <a:off x="514350" y="3549649"/>
            <a:ext cx="7598570" cy="425054"/>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1800"/>
              <a:buFont typeface="Calibri"/>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4" name="Google Shape;124;p23"/>
          <p:cNvSpPr/>
          <p:nvPr>
            <p:ph idx="2" type="pic"/>
          </p:nvPr>
        </p:nvSpPr>
        <p:spPr>
          <a:xfrm>
            <a:off x="1028700" y="699084"/>
            <a:ext cx="6569870" cy="2373732"/>
          </a:xfrm>
          <a:prstGeom prst="roundRect">
            <a:avLst>
              <a:gd fmla="val 4380" name="adj"/>
            </a:avLst>
          </a:prstGeom>
          <a:noFill/>
          <a:ln cap="sq" cmpd="dbl" w="50800">
            <a:solidFill>
              <a:srgbClr val="FFFFFF"/>
            </a:solidFill>
            <a:prstDash val="solid"/>
            <a:miter lim="800000"/>
            <a:headEnd len="sm" w="sm" type="none"/>
            <a:tailEnd len="sm" w="sm" type="none"/>
          </a:ln>
          <a:effectLst>
            <a:outerShdw blurRad="254000" rotWithShape="0" algn="tl">
              <a:srgbClr val="000000">
                <a:alpha val="43137"/>
              </a:srgbClr>
            </a:outerShdw>
          </a:effectLst>
        </p:spPr>
      </p:sp>
      <p:sp>
        <p:nvSpPr>
          <p:cNvPr id="125" name="Google Shape;125;p23"/>
          <p:cNvSpPr txBox="1"/>
          <p:nvPr>
            <p:ph idx="1" type="body"/>
          </p:nvPr>
        </p:nvSpPr>
        <p:spPr>
          <a:xfrm>
            <a:off x="514350" y="3974702"/>
            <a:ext cx="7598570" cy="370284"/>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100"/>
              <a:buNone/>
              <a:defRPr sz="1100"/>
            </a:lvl1pPr>
            <a:lvl2pPr indent="-228600" lvl="1" marL="914400" algn="l">
              <a:spcBef>
                <a:spcPts val="800"/>
              </a:spcBef>
              <a:spcAft>
                <a:spcPts val="0"/>
              </a:spcAft>
              <a:buSzPts val="900"/>
              <a:buNone/>
              <a:defRPr sz="900"/>
            </a:lvl2pPr>
            <a:lvl3pPr indent="-228600" lvl="2" marL="1371600" algn="l">
              <a:spcBef>
                <a:spcPts val="800"/>
              </a:spcBef>
              <a:spcAft>
                <a:spcPts val="0"/>
              </a:spcAft>
              <a:buSzPts val="800"/>
              <a:buNone/>
              <a:defRPr sz="800"/>
            </a:lvl3pPr>
            <a:lvl4pPr indent="-228600" lvl="3" marL="1828800" algn="l">
              <a:spcBef>
                <a:spcPts val="800"/>
              </a:spcBef>
              <a:spcAft>
                <a:spcPts val="0"/>
              </a:spcAft>
              <a:buSzPts val="700"/>
              <a:buNone/>
              <a:defRPr sz="700"/>
            </a:lvl4pPr>
            <a:lvl5pPr indent="-228600" lvl="4" marL="2286000" algn="l">
              <a:spcBef>
                <a:spcPts val="800"/>
              </a:spcBef>
              <a:spcAft>
                <a:spcPts val="0"/>
              </a:spcAft>
              <a:buSzPts val="700"/>
              <a:buNone/>
              <a:defRPr sz="700"/>
            </a:lvl5pPr>
            <a:lvl6pPr indent="-228600" lvl="5" marL="2743200" algn="l">
              <a:spcBef>
                <a:spcPts val="800"/>
              </a:spcBef>
              <a:spcAft>
                <a:spcPts val="0"/>
              </a:spcAft>
              <a:buSzPts val="700"/>
              <a:buNone/>
              <a:defRPr sz="700"/>
            </a:lvl6pPr>
            <a:lvl7pPr indent="-228600" lvl="6" marL="3200400" algn="l">
              <a:spcBef>
                <a:spcPts val="800"/>
              </a:spcBef>
              <a:spcAft>
                <a:spcPts val="0"/>
              </a:spcAft>
              <a:buSzPts val="700"/>
              <a:buNone/>
              <a:defRPr sz="700"/>
            </a:lvl7pPr>
            <a:lvl8pPr indent="-228600" lvl="7" marL="3657600" algn="l">
              <a:spcBef>
                <a:spcPts val="800"/>
              </a:spcBef>
              <a:spcAft>
                <a:spcPts val="0"/>
              </a:spcAft>
              <a:buSzPts val="700"/>
              <a:buNone/>
              <a:defRPr sz="700"/>
            </a:lvl8pPr>
            <a:lvl9pPr indent="-228600" lvl="8" marL="4114800" algn="l">
              <a:spcBef>
                <a:spcPts val="800"/>
              </a:spcBef>
              <a:spcAft>
                <a:spcPts val="800"/>
              </a:spcAft>
              <a:buSzPts val="700"/>
              <a:buNone/>
              <a:defRPr sz="700"/>
            </a:lvl9pPr>
          </a:lstStyle>
          <a:p/>
        </p:txBody>
      </p:sp>
      <p:sp>
        <p:nvSpPr>
          <p:cNvPr id="126" name="Google Shape;126;p23"/>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7" name="Google Shape;127;p23"/>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3"/>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29" name="Shape 129"/>
        <p:cNvGrpSpPr/>
        <p:nvPr/>
      </p:nvGrpSpPr>
      <p:grpSpPr>
        <a:xfrm>
          <a:off x="0" y="0"/>
          <a:ext cx="0" cy="0"/>
          <a:chOff x="0" y="0"/>
          <a:chExt cx="0" cy="0"/>
        </a:xfrm>
      </p:grpSpPr>
      <p:pic>
        <p:nvPicPr>
          <p:cNvPr descr="Celestia-R1---OverlayContentHD.png" id="130" name="Google Shape;130;p24"/>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31" name="Google Shape;131;p24"/>
          <p:cNvSpPr txBox="1"/>
          <p:nvPr>
            <p:ph type="title"/>
          </p:nvPr>
        </p:nvSpPr>
        <p:spPr>
          <a:xfrm>
            <a:off x="514351" y="457201"/>
            <a:ext cx="7598570" cy="2343149"/>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400"/>
              <a:buFont typeface="Calibri"/>
              <a:buNone/>
              <a:defRPr b="0" sz="24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4"/>
          <p:cNvSpPr txBox="1"/>
          <p:nvPr>
            <p:ph idx="1" type="body"/>
          </p:nvPr>
        </p:nvSpPr>
        <p:spPr>
          <a:xfrm>
            <a:off x="514350" y="3257550"/>
            <a:ext cx="7598571" cy="1085850"/>
          </a:xfrm>
          <a:prstGeom prst="rect">
            <a:avLst/>
          </a:prstGeom>
          <a:noFill/>
          <a:ln>
            <a:noFill/>
          </a:ln>
        </p:spPr>
        <p:txBody>
          <a:bodyPr anchorCtr="0" anchor="ctr" bIns="34275" lIns="68575" spcFirstLastPara="1" rIns="68575" wrap="square" tIns="34275">
            <a:normAutofit/>
          </a:bodyPr>
          <a:lstStyle>
            <a:lvl1pPr indent="-228600" lvl="0" marL="457200" algn="l">
              <a:spcBef>
                <a:spcPts val="0"/>
              </a:spcBef>
              <a:spcAft>
                <a:spcPts val="0"/>
              </a:spcAft>
              <a:buSzPts val="1500"/>
              <a:buNone/>
              <a:defRPr sz="1500">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133" name="Google Shape;133;p24"/>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4" name="Google Shape;134;p24"/>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24"/>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36" name="Shape 136"/>
        <p:cNvGrpSpPr/>
        <p:nvPr/>
      </p:nvGrpSpPr>
      <p:grpSpPr>
        <a:xfrm>
          <a:off x="0" y="0"/>
          <a:ext cx="0" cy="0"/>
          <a:chOff x="0" y="0"/>
          <a:chExt cx="0" cy="0"/>
        </a:xfrm>
      </p:grpSpPr>
      <p:pic>
        <p:nvPicPr>
          <p:cNvPr descr="Celestia-R1---OverlayContentHD.png" id="137" name="Google Shape;137;p25"/>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38" name="Google Shape;138;p25"/>
          <p:cNvSpPr txBox="1"/>
          <p:nvPr/>
        </p:nvSpPr>
        <p:spPr>
          <a:xfrm>
            <a:off x="7678400" y="2057400"/>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lt1"/>
              </a:buClr>
              <a:buSzPts val="6000"/>
              <a:buFont typeface="Calibri"/>
              <a:buNone/>
            </a:pPr>
            <a:r>
              <a:rPr b="0" lang="en-GB" sz="6000" cap="none">
                <a:solidFill>
                  <a:schemeClr val="lt1"/>
                </a:solidFill>
                <a:latin typeface="Calibri"/>
                <a:ea typeface="Calibri"/>
                <a:cs typeface="Calibri"/>
                <a:sym typeface="Calibri"/>
              </a:rPr>
              <a:t>”</a:t>
            </a:r>
            <a:endParaRPr sz="1100"/>
          </a:p>
        </p:txBody>
      </p:sp>
      <p:sp>
        <p:nvSpPr>
          <p:cNvPr id="139" name="Google Shape;139;p25"/>
          <p:cNvSpPr txBox="1"/>
          <p:nvPr/>
        </p:nvSpPr>
        <p:spPr>
          <a:xfrm>
            <a:off x="366206" y="617503"/>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lt1"/>
              </a:buClr>
              <a:buSzPts val="6000"/>
              <a:buFont typeface="Calibri"/>
              <a:buNone/>
            </a:pPr>
            <a:r>
              <a:rPr b="0" lang="en-GB" sz="6000" cap="none">
                <a:solidFill>
                  <a:schemeClr val="lt1"/>
                </a:solidFill>
                <a:latin typeface="Calibri"/>
                <a:ea typeface="Calibri"/>
                <a:cs typeface="Calibri"/>
                <a:sym typeface="Calibri"/>
              </a:rPr>
              <a:t>“</a:t>
            </a:r>
            <a:endParaRPr sz="1100"/>
          </a:p>
        </p:txBody>
      </p:sp>
      <p:sp>
        <p:nvSpPr>
          <p:cNvPr id="140" name="Google Shape;140;p25"/>
          <p:cNvSpPr txBox="1"/>
          <p:nvPr>
            <p:ph type="title"/>
          </p:nvPr>
        </p:nvSpPr>
        <p:spPr>
          <a:xfrm>
            <a:off x="744200" y="457201"/>
            <a:ext cx="7162799" cy="2057399"/>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400"/>
              <a:buFont typeface="Calibri"/>
              <a:buNone/>
              <a:defRPr b="0" sz="2400" cap="none">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5"/>
          <p:cNvSpPr txBox="1"/>
          <p:nvPr>
            <p:ph idx="1" type="body"/>
          </p:nvPr>
        </p:nvSpPr>
        <p:spPr>
          <a:xfrm>
            <a:off x="823406" y="2514600"/>
            <a:ext cx="7004388" cy="285750"/>
          </a:xfrm>
          <a:prstGeom prst="rect">
            <a:avLst/>
          </a:prstGeom>
          <a:noFill/>
          <a:ln>
            <a:noFill/>
          </a:ln>
        </p:spPr>
        <p:txBody>
          <a:bodyPr anchorCtr="0" anchor="ctr" bIns="34275" lIns="68575" spcFirstLastPara="1" rIns="68575" wrap="square" tIns="34275">
            <a:normAutofit/>
          </a:bodyPr>
          <a:lstStyle>
            <a:lvl1pPr indent="-228600" lvl="0" marL="457200" algn="l">
              <a:spcBef>
                <a:spcPts val="0"/>
              </a:spcBef>
              <a:spcAft>
                <a:spcPts val="0"/>
              </a:spcAft>
              <a:buSzPts val="1400"/>
              <a:buFont typeface="Calibri"/>
              <a:buNone/>
              <a:defRPr/>
            </a:lvl1pPr>
            <a:lvl2pPr indent="-228600" lvl="1" marL="914400" algn="l">
              <a:spcBef>
                <a:spcPts val="800"/>
              </a:spcBef>
              <a:spcAft>
                <a:spcPts val="0"/>
              </a:spcAft>
              <a:buSzPts val="1200"/>
              <a:buFont typeface="Calibri"/>
              <a:buNone/>
              <a:defRPr/>
            </a:lvl2pPr>
            <a:lvl3pPr indent="-228600" lvl="2" marL="1371600" algn="l">
              <a:spcBef>
                <a:spcPts val="800"/>
              </a:spcBef>
              <a:spcAft>
                <a:spcPts val="0"/>
              </a:spcAft>
              <a:buSzPts val="1100"/>
              <a:buFont typeface="Calibri"/>
              <a:buNone/>
              <a:defRPr/>
            </a:lvl3pPr>
            <a:lvl4pPr indent="-228600" lvl="3" marL="1828800" algn="l">
              <a:spcBef>
                <a:spcPts val="800"/>
              </a:spcBef>
              <a:spcAft>
                <a:spcPts val="0"/>
              </a:spcAft>
              <a:buSzPts val="900"/>
              <a:buFont typeface="Calibri"/>
              <a:buNone/>
              <a:defRPr/>
            </a:lvl4pPr>
            <a:lvl5pPr indent="-228600" lvl="4" marL="2286000" algn="l">
              <a:spcBef>
                <a:spcPts val="800"/>
              </a:spcBef>
              <a:spcAft>
                <a:spcPts val="0"/>
              </a:spcAft>
              <a:buSzPts val="900"/>
              <a:buFont typeface="Calibri"/>
              <a:buNone/>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42" name="Google Shape;142;p25"/>
          <p:cNvSpPr txBox="1"/>
          <p:nvPr>
            <p:ph idx="2" type="body"/>
          </p:nvPr>
        </p:nvSpPr>
        <p:spPr>
          <a:xfrm>
            <a:off x="515599" y="3257550"/>
            <a:ext cx="7614275" cy="1085850"/>
          </a:xfrm>
          <a:prstGeom prst="rect">
            <a:avLst/>
          </a:prstGeom>
          <a:noFill/>
          <a:ln>
            <a:noFill/>
          </a:ln>
        </p:spPr>
        <p:txBody>
          <a:bodyPr anchorCtr="0" anchor="ctr" bIns="34275" lIns="68575" spcFirstLastPara="1" rIns="68575" wrap="square" tIns="34275">
            <a:normAutofit/>
          </a:bodyPr>
          <a:lstStyle>
            <a:lvl1pPr indent="-228600" lvl="0" marL="457200" algn="l">
              <a:spcBef>
                <a:spcPts val="0"/>
              </a:spcBef>
              <a:spcAft>
                <a:spcPts val="0"/>
              </a:spcAft>
              <a:buSzPts val="1500"/>
              <a:buNone/>
              <a:defRPr sz="1500">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143" name="Google Shape;143;p25"/>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4" name="Google Shape;144;p25"/>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5" name="Google Shape;145;p25"/>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46" name="Shape 146"/>
        <p:cNvGrpSpPr/>
        <p:nvPr/>
      </p:nvGrpSpPr>
      <p:grpSpPr>
        <a:xfrm>
          <a:off x="0" y="0"/>
          <a:ext cx="0" cy="0"/>
          <a:chOff x="0" y="0"/>
          <a:chExt cx="0" cy="0"/>
        </a:xfrm>
      </p:grpSpPr>
      <p:pic>
        <p:nvPicPr>
          <p:cNvPr descr="Celestia-R1---OverlayContentHD.png" id="147" name="Google Shape;147;p26"/>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48" name="Google Shape;148;p26"/>
          <p:cNvSpPr txBox="1"/>
          <p:nvPr>
            <p:ph type="title"/>
          </p:nvPr>
        </p:nvSpPr>
        <p:spPr>
          <a:xfrm>
            <a:off x="514351" y="2481436"/>
            <a:ext cx="7598569" cy="11016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chemeClr val="lt1"/>
              </a:buClr>
              <a:buSzPts val="2400"/>
              <a:buFont typeface="Calibri"/>
              <a:buNone/>
              <a:defRPr b="0" sz="24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26"/>
          <p:cNvSpPr txBox="1"/>
          <p:nvPr>
            <p:ph idx="1" type="body"/>
          </p:nvPr>
        </p:nvSpPr>
        <p:spPr>
          <a:xfrm>
            <a:off x="514351" y="3583036"/>
            <a:ext cx="7598569"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500"/>
              <a:buNone/>
              <a:defRPr sz="1500">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150" name="Google Shape;150;p26"/>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1" name="Google Shape;151;p26"/>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2" name="Google Shape;152;p26"/>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53" name="Shape 153"/>
        <p:cNvGrpSpPr/>
        <p:nvPr/>
      </p:nvGrpSpPr>
      <p:grpSpPr>
        <a:xfrm>
          <a:off x="0" y="0"/>
          <a:ext cx="0" cy="0"/>
          <a:chOff x="0" y="0"/>
          <a:chExt cx="0" cy="0"/>
        </a:xfrm>
      </p:grpSpPr>
      <p:pic>
        <p:nvPicPr>
          <p:cNvPr descr="Celestia-R1---OverlayContentHD.png" id="154" name="Google Shape;154;p27"/>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55" name="Google Shape;155;p27"/>
          <p:cNvSpPr txBox="1"/>
          <p:nvPr/>
        </p:nvSpPr>
        <p:spPr>
          <a:xfrm>
            <a:off x="7678400" y="2057400"/>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lt1"/>
              </a:buClr>
              <a:buSzPts val="6000"/>
              <a:buFont typeface="Calibri"/>
              <a:buNone/>
            </a:pPr>
            <a:r>
              <a:rPr b="0" lang="en-GB" sz="6000" cap="none">
                <a:solidFill>
                  <a:schemeClr val="lt1"/>
                </a:solidFill>
                <a:latin typeface="Calibri"/>
                <a:ea typeface="Calibri"/>
                <a:cs typeface="Calibri"/>
                <a:sym typeface="Calibri"/>
              </a:rPr>
              <a:t>”</a:t>
            </a:r>
            <a:endParaRPr sz="1100"/>
          </a:p>
        </p:txBody>
      </p:sp>
      <p:sp>
        <p:nvSpPr>
          <p:cNvPr id="156" name="Google Shape;156;p27"/>
          <p:cNvSpPr txBox="1"/>
          <p:nvPr/>
        </p:nvSpPr>
        <p:spPr>
          <a:xfrm>
            <a:off x="366206" y="617503"/>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Clr>
                <a:schemeClr val="lt1"/>
              </a:buClr>
              <a:buSzPts val="6000"/>
              <a:buFont typeface="Calibri"/>
              <a:buNone/>
            </a:pPr>
            <a:r>
              <a:rPr b="0" lang="en-GB" sz="6000" cap="none">
                <a:solidFill>
                  <a:schemeClr val="lt1"/>
                </a:solidFill>
                <a:latin typeface="Calibri"/>
                <a:ea typeface="Calibri"/>
                <a:cs typeface="Calibri"/>
                <a:sym typeface="Calibri"/>
              </a:rPr>
              <a:t>“</a:t>
            </a:r>
            <a:endParaRPr sz="1100"/>
          </a:p>
        </p:txBody>
      </p:sp>
      <p:sp>
        <p:nvSpPr>
          <p:cNvPr id="157" name="Google Shape;157;p27"/>
          <p:cNvSpPr txBox="1"/>
          <p:nvPr>
            <p:ph type="title"/>
          </p:nvPr>
        </p:nvSpPr>
        <p:spPr>
          <a:xfrm>
            <a:off x="744200" y="457201"/>
            <a:ext cx="7162799" cy="2057399"/>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400"/>
              <a:buFont typeface="Calibri"/>
              <a:buNone/>
              <a:defRPr b="0" sz="2400" cap="none">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8" name="Google Shape;158;p27"/>
          <p:cNvSpPr txBox="1"/>
          <p:nvPr>
            <p:ph idx="1" type="body"/>
          </p:nvPr>
        </p:nvSpPr>
        <p:spPr>
          <a:xfrm>
            <a:off x="514350" y="2914650"/>
            <a:ext cx="7601577" cy="666750"/>
          </a:xfrm>
          <a:prstGeom prst="rect">
            <a:avLst/>
          </a:prstGeom>
          <a:noFill/>
          <a:ln>
            <a:noFill/>
          </a:ln>
        </p:spPr>
        <p:txBody>
          <a:bodyPr anchorCtr="0" anchor="b" bIns="34275" lIns="68575" spcFirstLastPara="1" rIns="68575" wrap="square" tIns="34275">
            <a:normAutofit/>
          </a:bodyPr>
          <a:lstStyle>
            <a:lvl1pPr indent="-228600" lvl="0" marL="457200" algn="l">
              <a:spcBef>
                <a:spcPts val="0"/>
              </a:spcBef>
              <a:spcAft>
                <a:spcPts val="0"/>
              </a:spcAft>
              <a:buSzPts val="1800"/>
              <a:buNone/>
              <a:defRPr b="0" sz="1800" cap="none">
                <a:solidFill>
                  <a:schemeClr val="lt1"/>
                </a:solidFill>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59" name="Google Shape;159;p27"/>
          <p:cNvSpPr txBox="1"/>
          <p:nvPr>
            <p:ph idx="2" type="body"/>
          </p:nvPr>
        </p:nvSpPr>
        <p:spPr>
          <a:xfrm>
            <a:off x="514349" y="3581400"/>
            <a:ext cx="7601577" cy="76200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400"/>
              <a:buNone/>
              <a:defRPr sz="1400">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160" name="Google Shape;160;p27"/>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1" name="Google Shape;161;p27"/>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7"/>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3" name="Shape 163"/>
        <p:cNvGrpSpPr/>
        <p:nvPr/>
      </p:nvGrpSpPr>
      <p:grpSpPr>
        <a:xfrm>
          <a:off x="0" y="0"/>
          <a:ext cx="0" cy="0"/>
          <a:chOff x="0" y="0"/>
          <a:chExt cx="0" cy="0"/>
        </a:xfrm>
      </p:grpSpPr>
      <p:pic>
        <p:nvPicPr>
          <p:cNvPr descr="Celestia-R1---OverlayContentHD.png" id="164" name="Google Shape;164;p28"/>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65" name="Google Shape;165;p28"/>
          <p:cNvSpPr txBox="1"/>
          <p:nvPr>
            <p:ph type="title"/>
          </p:nvPr>
        </p:nvSpPr>
        <p:spPr>
          <a:xfrm>
            <a:off x="514351" y="457201"/>
            <a:ext cx="7598570" cy="2057399"/>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2700"/>
              <a:buFont typeface="Calibri"/>
              <a:buNone/>
              <a:defRPr b="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28"/>
          <p:cNvSpPr txBox="1"/>
          <p:nvPr>
            <p:ph idx="1" type="body"/>
          </p:nvPr>
        </p:nvSpPr>
        <p:spPr>
          <a:xfrm>
            <a:off x="514351" y="2628900"/>
            <a:ext cx="7598571" cy="628650"/>
          </a:xfrm>
          <a:prstGeom prst="rect">
            <a:avLst/>
          </a:prstGeom>
          <a:noFill/>
          <a:ln>
            <a:noFill/>
          </a:ln>
        </p:spPr>
        <p:txBody>
          <a:bodyPr anchorCtr="0" anchor="b" bIns="34275" lIns="68575" spcFirstLastPara="1" rIns="68575" wrap="square" tIns="34275">
            <a:normAutofit/>
          </a:bodyPr>
          <a:lstStyle>
            <a:lvl1pPr indent="-228600" lvl="0" marL="457200" algn="l">
              <a:spcBef>
                <a:spcPts val="0"/>
              </a:spcBef>
              <a:spcAft>
                <a:spcPts val="0"/>
              </a:spcAft>
              <a:buSzPts val="2100"/>
              <a:buNone/>
              <a:defRPr b="0" sz="2100" cap="none">
                <a:solidFill>
                  <a:schemeClr val="lt1"/>
                </a:solidFill>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67" name="Google Shape;167;p28"/>
          <p:cNvSpPr txBox="1"/>
          <p:nvPr>
            <p:ph idx="2" type="body"/>
          </p:nvPr>
        </p:nvSpPr>
        <p:spPr>
          <a:xfrm>
            <a:off x="514350" y="3257550"/>
            <a:ext cx="7598571" cy="1085850"/>
          </a:xfrm>
          <a:prstGeom prst="rect">
            <a:avLst/>
          </a:prstGeom>
          <a:noFill/>
          <a:ln>
            <a:noFill/>
          </a:ln>
        </p:spPr>
        <p:txBody>
          <a:bodyPr anchorCtr="0" anchor="t" bIns="34275" lIns="68575" spcFirstLastPara="1" rIns="68575" wrap="square" tIns="34275">
            <a:normAutofit/>
          </a:bodyPr>
          <a:lstStyle>
            <a:lvl1pPr indent="-228600" lvl="0" marL="457200" algn="l">
              <a:spcBef>
                <a:spcPts val="0"/>
              </a:spcBef>
              <a:spcAft>
                <a:spcPts val="0"/>
              </a:spcAft>
              <a:buSzPts val="1400"/>
              <a:buNone/>
              <a:defRPr sz="1400">
                <a:solidFill>
                  <a:schemeClr val="lt1"/>
                </a:solidFill>
              </a:defRPr>
            </a:lvl1pPr>
            <a:lvl2pPr indent="-228600" lvl="1" marL="914400" algn="l">
              <a:spcBef>
                <a:spcPts val="800"/>
              </a:spcBef>
              <a:spcAft>
                <a:spcPts val="0"/>
              </a:spcAft>
              <a:buSzPts val="1400"/>
              <a:buNone/>
              <a:defRPr sz="1400">
                <a:solidFill>
                  <a:schemeClr val="lt1"/>
                </a:solidFill>
              </a:defRPr>
            </a:lvl2pPr>
            <a:lvl3pPr indent="-228600" lvl="2" marL="1371600" algn="l">
              <a:spcBef>
                <a:spcPts val="800"/>
              </a:spcBef>
              <a:spcAft>
                <a:spcPts val="0"/>
              </a:spcAft>
              <a:buSzPts val="1200"/>
              <a:buNone/>
              <a:defRPr sz="1200">
                <a:solidFill>
                  <a:schemeClr val="lt1"/>
                </a:solidFill>
              </a:defRPr>
            </a:lvl3pPr>
            <a:lvl4pPr indent="-228600" lvl="3" marL="1828800" algn="l">
              <a:spcBef>
                <a:spcPts val="800"/>
              </a:spcBef>
              <a:spcAft>
                <a:spcPts val="0"/>
              </a:spcAft>
              <a:buSzPts val="1100"/>
              <a:buNone/>
              <a:defRPr sz="1100">
                <a:solidFill>
                  <a:schemeClr val="lt1"/>
                </a:solidFill>
              </a:defRPr>
            </a:lvl4pPr>
            <a:lvl5pPr indent="-228600" lvl="4" marL="2286000" algn="l">
              <a:spcBef>
                <a:spcPts val="800"/>
              </a:spcBef>
              <a:spcAft>
                <a:spcPts val="0"/>
              </a:spcAft>
              <a:buSzPts val="1100"/>
              <a:buNone/>
              <a:defRPr sz="1100">
                <a:solidFill>
                  <a:schemeClr val="lt1"/>
                </a:solidFill>
              </a:defRPr>
            </a:lvl5pPr>
            <a:lvl6pPr indent="-228600" lvl="5" marL="2743200" algn="l">
              <a:spcBef>
                <a:spcPts val="800"/>
              </a:spcBef>
              <a:spcAft>
                <a:spcPts val="0"/>
              </a:spcAft>
              <a:buSzPts val="1100"/>
              <a:buNone/>
              <a:defRPr sz="1100">
                <a:solidFill>
                  <a:schemeClr val="lt1"/>
                </a:solidFill>
              </a:defRPr>
            </a:lvl6pPr>
            <a:lvl7pPr indent="-228600" lvl="6" marL="3200400" algn="l">
              <a:spcBef>
                <a:spcPts val="800"/>
              </a:spcBef>
              <a:spcAft>
                <a:spcPts val="0"/>
              </a:spcAft>
              <a:buSzPts val="1100"/>
              <a:buNone/>
              <a:defRPr sz="1100">
                <a:solidFill>
                  <a:schemeClr val="lt1"/>
                </a:solidFill>
              </a:defRPr>
            </a:lvl7pPr>
            <a:lvl8pPr indent="-228600" lvl="7" marL="3657600" algn="l">
              <a:spcBef>
                <a:spcPts val="800"/>
              </a:spcBef>
              <a:spcAft>
                <a:spcPts val="0"/>
              </a:spcAft>
              <a:buSzPts val="1100"/>
              <a:buNone/>
              <a:defRPr sz="1100">
                <a:solidFill>
                  <a:schemeClr val="lt1"/>
                </a:solidFill>
              </a:defRPr>
            </a:lvl8pPr>
            <a:lvl9pPr indent="-228600" lvl="8" marL="4114800" algn="l">
              <a:spcBef>
                <a:spcPts val="800"/>
              </a:spcBef>
              <a:spcAft>
                <a:spcPts val="800"/>
              </a:spcAft>
              <a:buSzPts val="1100"/>
              <a:buNone/>
              <a:defRPr sz="1100">
                <a:solidFill>
                  <a:schemeClr val="lt1"/>
                </a:solidFill>
              </a:defRPr>
            </a:lvl9pPr>
          </a:lstStyle>
          <a:p/>
        </p:txBody>
      </p:sp>
      <p:sp>
        <p:nvSpPr>
          <p:cNvPr id="168" name="Google Shape;168;p28"/>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9" name="Google Shape;169;p28"/>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0" name="Google Shape;170;p28"/>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1" name="Shape 171"/>
        <p:cNvGrpSpPr/>
        <p:nvPr/>
      </p:nvGrpSpPr>
      <p:grpSpPr>
        <a:xfrm>
          <a:off x="0" y="0"/>
          <a:ext cx="0" cy="0"/>
          <a:chOff x="0" y="0"/>
          <a:chExt cx="0" cy="0"/>
        </a:xfrm>
      </p:grpSpPr>
      <p:pic>
        <p:nvPicPr>
          <p:cNvPr descr="Celestia-R1---OverlayContentHD.png" id="172" name="Google Shape;172;p29"/>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73" name="Google Shape;173;p29"/>
          <p:cNvSpPr txBox="1"/>
          <p:nvPr>
            <p:ph idx="1" type="body"/>
          </p:nvPr>
        </p:nvSpPr>
        <p:spPr>
          <a:xfrm rot="5400000">
            <a:off x="2945210" y="-824309"/>
            <a:ext cx="2736850" cy="7598569"/>
          </a:xfrm>
          <a:prstGeom prst="rect">
            <a:avLst/>
          </a:prstGeom>
          <a:noFill/>
          <a:ln>
            <a:noFill/>
          </a:ln>
        </p:spPr>
        <p:txBody>
          <a:bodyPr anchorCtr="0" anchor="t"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74" name="Google Shape;174;p29"/>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9"/>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29"/>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
        <p:nvSpPr>
          <p:cNvPr id="177" name="Google Shape;177;p29"/>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78" name="Shape 178"/>
        <p:cNvGrpSpPr/>
        <p:nvPr/>
      </p:nvGrpSpPr>
      <p:grpSpPr>
        <a:xfrm>
          <a:off x="0" y="0"/>
          <a:ext cx="0" cy="0"/>
          <a:chOff x="0" y="0"/>
          <a:chExt cx="0" cy="0"/>
        </a:xfrm>
      </p:grpSpPr>
      <p:pic>
        <p:nvPicPr>
          <p:cNvPr descr="Celestia-R1---OverlayContentHD.png" id="179" name="Google Shape;179;p30"/>
          <p:cNvPicPr preferRelativeResize="0"/>
          <p:nvPr/>
        </p:nvPicPr>
        <p:blipFill rotWithShape="1">
          <a:blip r:embed="rId2">
            <a:alphaModFix/>
          </a:blip>
          <a:srcRect b="0" l="0" r="0" t="0"/>
          <a:stretch/>
        </p:blipFill>
        <p:spPr>
          <a:xfrm>
            <a:off x="0" y="0"/>
            <a:ext cx="9141619" cy="5142161"/>
          </a:xfrm>
          <a:prstGeom prst="rect">
            <a:avLst/>
          </a:prstGeom>
          <a:noFill/>
          <a:ln>
            <a:noFill/>
          </a:ln>
        </p:spPr>
      </p:pic>
      <p:sp>
        <p:nvSpPr>
          <p:cNvPr id="180" name="Google Shape;180;p30"/>
          <p:cNvSpPr txBox="1"/>
          <p:nvPr>
            <p:ph type="title"/>
          </p:nvPr>
        </p:nvSpPr>
        <p:spPr>
          <a:xfrm rot="5400000">
            <a:off x="5360363" y="1590843"/>
            <a:ext cx="3886201" cy="1618914"/>
          </a:xfrm>
          <a:prstGeom prst="rect">
            <a:avLst/>
          </a:prstGeom>
          <a:noFill/>
          <a:ln>
            <a:noFill/>
          </a:ln>
        </p:spPr>
        <p:txBody>
          <a:bodyPr anchorCtr="0" anchor="ctr" bIns="34275" lIns="68575" spcFirstLastPara="1" rIns="68575" wrap="square" tIns="34275">
            <a:normAutofit/>
          </a:bodyPr>
          <a:lstStyle>
            <a:lvl1pPr lvl="0" algn="l">
              <a:spcBef>
                <a:spcPts val="0"/>
              </a:spcBef>
              <a:spcAft>
                <a:spcPts val="0"/>
              </a:spcAft>
              <a:buClr>
                <a:schemeClr val="lt1"/>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1" name="Google Shape;181;p30"/>
          <p:cNvSpPr txBox="1"/>
          <p:nvPr>
            <p:ph idx="1" type="body"/>
          </p:nvPr>
        </p:nvSpPr>
        <p:spPr>
          <a:xfrm rot="5400000">
            <a:off x="1508293" y="-536744"/>
            <a:ext cx="3886200" cy="5874087"/>
          </a:xfrm>
          <a:prstGeom prst="rect">
            <a:avLst/>
          </a:prstGeom>
          <a:noFill/>
          <a:ln>
            <a:noFill/>
          </a:ln>
        </p:spPr>
        <p:txBody>
          <a:bodyPr anchorCtr="0" anchor="t" bIns="34275" lIns="68575" spcFirstLastPara="1" rIns="68575" wrap="square" tIns="34275">
            <a:normAutofit/>
          </a:bodyPr>
          <a:lstStyle>
            <a:lvl1pPr indent="-317500" lvl="0" marL="457200" algn="l">
              <a:spcBef>
                <a:spcPts val="0"/>
              </a:spcBef>
              <a:spcAft>
                <a:spcPts val="0"/>
              </a:spcAft>
              <a:buSzPts val="1400"/>
              <a:buChar char="•"/>
              <a:defRPr/>
            </a:lvl1pPr>
            <a:lvl2pPr indent="-317500" lvl="1" marL="914400" algn="l">
              <a:spcBef>
                <a:spcPts val="800"/>
              </a:spcBef>
              <a:spcAft>
                <a:spcPts val="0"/>
              </a:spcAft>
              <a:buSzPts val="1400"/>
              <a:buChar char="•"/>
              <a:defRPr/>
            </a:lvl2pPr>
            <a:lvl3pPr indent="-317500" lvl="2" marL="1371600" algn="l">
              <a:spcBef>
                <a:spcPts val="800"/>
              </a:spcBef>
              <a:spcAft>
                <a:spcPts val="0"/>
              </a:spcAft>
              <a:buSzPts val="1400"/>
              <a:buChar char="•"/>
              <a:defRPr/>
            </a:lvl3pPr>
            <a:lvl4pPr indent="-317500" lvl="3" marL="1828800" algn="l">
              <a:spcBef>
                <a:spcPts val="800"/>
              </a:spcBef>
              <a:spcAft>
                <a:spcPts val="0"/>
              </a:spcAft>
              <a:buSzPts val="1400"/>
              <a:buChar char="•"/>
              <a:defRPr/>
            </a:lvl4pPr>
            <a:lvl5pPr indent="-317500" lvl="4" marL="2286000" algn="l">
              <a:spcBef>
                <a:spcPts val="800"/>
              </a:spcBef>
              <a:spcAft>
                <a:spcPts val="0"/>
              </a:spcAft>
              <a:buSzPts val="1400"/>
              <a:buChar char="•"/>
              <a:defRPr/>
            </a:lvl5pPr>
            <a:lvl6pPr indent="-317500" lvl="5" marL="2743200" algn="l">
              <a:spcBef>
                <a:spcPts val="800"/>
              </a:spcBef>
              <a:spcAft>
                <a:spcPts val="0"/>
              </a:spcAft>
              <a:buSzPts val="1400"/>
              <a:buChar char="•"/>
              <a:defRPr/>
            </a:lvl6pPr>
            <a:lvl7pPr indent="-317500" lvl="6" marL="3200400" algn="l">
              <a:spcBef>
                <a:spcPts val="800"/>
              </a:spcBef>
              <a:spcAft>
                <a:spcPts val="0"/>
              </a:spcAft>
              <a:buSzPts val="1400"/>
              <a:buChar char="•"/>
              <a:defRPr/>
            </a:lvl7pPr>
            <a:lvl8pPr indent="-317500" lvl="7" marL="3657600" algn="l">
              <a:spcBef>
                <a:spcPts val="800"/>
              </a:spcBef>
              <a:spcAft>
                <a:spcPts val="0"/>
              </a:spcAft>
              <a:buSzPts val="1400"/>
              <a:buChar char="•"/>
              <a:defRPr/>
            </a:lvl8pPr>
            <a:lvl9pPr indent="-317500" lvl="8" marL="4114800" algn="l">
              <a:spcBef>
                <a:spcPts val="800"/>
              </a:spcBef>
              <a:spcAft>
                <a:spcPts val="800"/>
              </a:spcAft>
              <a:buSzPts val="1400"/>
              <a:buChar char="•"/>
              <a:defRPr/>
            </a:lvl9pPr>
          </a:lstStyle>
          <a:p/>
        </p:txBody>
      </p:sp>
      <p:sp>
        <p:nvSpPr>
          <p:cNvPr id="182" name="Google Shape;182;p30"/>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30"/>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4" name="Google Shape;184;p30"/>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2.jp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5" Type="http://schemas.openxmlformats.org/officeDocument/2006/relationships/slideLayout" Target="../slideLayouts/slideLayout15.xml"/><Relationship Id="rId19" Type="http://schemas.openxmlformats.org/officeDocument/2006/relationships/theme" Target="../theme/theme2.xml"/><Relationship Id="rId6" Type="http://schemas.openxmlformats.org/officeDocument/2006/relationships/slideLayout" Target="../slideLayouts/slideLayout16.xml"/><Relationship Id="rId18" Type="http://schemas.openxmlformats.org/officeDocument/2006/relationships/slideLayout" Target="../slideLayouts/slideLayout28.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514351" y="457200"/>
            <a:ext cx="7598569" cy="1092200"/>
          </a:xfrm>
          <a:prstGeom prst="rect">
            <a:avLst/>
          </a:prstGeom>
          <a:noFill/>
          <a:ln>
            <a:noFill/>
          </a:ln>
        </p:spPr>
        <p:txBody>
          <a:bodyPr anchorCtr="0" anchor="ctr" bIns="34275" lIns="68575" spcFirstLastPara="1" rIns="68575" wrap="square" tIns="34275">
            <a:normAutofit/>
          </a:bodyPr>
          <a:lstStyle>
            <a:lvl1pPr lvl="0" marR="0" rtl="0" algn="l">
              <a:spcBef>
                <a:spcPts val="0"/>
              </a:spcBef>
              <a:spcAft>
                <a:spcPts val="0"/>
              </a:spcAft>
              <a:buClr>
                <a:schemeClr val="lt1"/>
              </a:buClr>
              <a:buSzPts val="2700"/>
              <a:buFont typeface="Calibri"/>
              <a:buNone/>
              <a:defRPr b="0" i="0" sz="2700" u="none" cap="none" strike="noStrike">
                <a:solidFill>
                  <a:schemeClr val="lt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lt2"/>
                </a:solidFill>
              </a:defRPr>
            </a:lvl2pPr>
            <a:lvl3pPr lvl="2" marR="0" rtl="0" algn="l">
              <a:spcBef>
                <a:spcPts val="0"/>
              </a:spcBef>
              <a:spcAft>
                <a:spcPts val="0"/>
              </a:spcAft>
              <a:buSzPts val="1100"/>
              <a:buNone/>
              <a:defRPr b="0" i="0" sz="1400" u="none" cap="none" strike="noStrike">
                <a:solidFill>
                  <a:schemeClr val="lt2"/>
                </a:solidFill>
              </a:defRPr>
            </a:lvl3pPr>
            <a:lvl4pPr lvl="3" marR="0" rtl="0" algn="l">
              <a:spcBef>
                <a:spcPts val="0"/>
              </a:spcBef>
              <a:spcAft>
                <a:spcPts val="0"/>
              </a:spcAft>
              <a:buSzPts val="1100"/>
              <a:buNone/>
              <a:defRPr b="0" i="0" sz="1400" u="none" cap="none" strike="noStrike">
                <a:solidFill>
                  <a:schemeClr val="lt2"/>
                </a:solidFill>
              </a:defRPr>
            </a:lvl4pPr>
            <a:lvl5pPr lvl="4" marR="0" rtl="0" algn="l">
              <a:spcBef>
                <a:spcPts val="0"/>
              </a:spcBef>
              <a:spcAft>
                <a:spcPts val="0"/>
              </a:spcAft>
              <a:buSzPts val="1100"/>
              <a:buNone/>
              <a:defRPr b="0" i="0" sz="1400" u="none" cap="none" strike="noStrike">
                <a:solidFill>
                  <a:schemeClr val="lt2"/>
                </a:solidFill>
              </a:defRPr>
            </a:lvl5pPr>
            <a:lvl6pPr lvl="5" marR="0" rtl="0" algn="l">
              <a:spcBef>
                <a:spcPts val="0"/>
              </a:spcBef>
              <a:spcAft>
                <a:spcPts val="0"/>
              </a:spcAft>
              <a:buSzPts val="1100"/>
              <a:buNone/>
              <a:defRPr b="0" i="0" sz="1400" u="none" cap="none" strike="noStrike">
                <a:solidFill>
                  <a:schemeClr val="lt2"/>
                </a:solidFill>
              </a:defRPr>
            </a:lvl6pPr>
            <a:lvl7pPr lvl="6" marR="0" rtl="0" algn="l">
              <a:spcBef>
                <a:spcPts val="0"/>
              </a:spcBef>
              <a:spcAft>
                <a:spcPts val="0"/>
              </a:spcAft>
              <a:buSzPts val="1100"/>
              <a:buNone/>
              <a:defRPr b="0" i="0" sz="1400" u="none" cap="none" strike="noStrike">
                <a:solidFill>
                  <a:schemeClr val="lt2"/>
                </a:solidFill>
              </a:defRPr>
            </a:lvl7pPr>
            <a:lvl8pPr lvl="7" marR="0" rtl="0" algn="l">
              <a:spcBef>
                <a:spcPts val="0"/>
              </a:spcBef>
              <a:spcAft>
                <a:spcPts val="0"/>
              </a:spcAft>
              <a:buSzPts val="1100"/>
              <a:buNone/>
              <a:defRPr b="0" i="0" sz="1400" u="none" cap="none" strike="noStrike">
                <a:solidFill>
                  <a:schemeClr val="lt2"/>
                </a:solidFill>
              </a:defRPr>
            </a:lvl8pPr>
            <a:lvl9pPr lvl="8" marR="0" rtl="0" algn="l">
              <a:spcBef>
                <a:spcPts val="0"/>
              </a:spcBef>
              <a:spcAft>
                <a:spcPts val="0"/>
              </a:spcAft>
              <a:buSzPts val="1100"/>
              <a:buNone/>
              <a:defRPr b="0" i="0" sz="1400" u="none" cap="none" strike="noStrike">
                <a:solidFill>
                  <a:schemeClr val="lt2"/>
                </a:solidFill>
              </a:defRPr>
            </a:lvl9pPr>
          </a:lstStyle>
          <a:p/>
        </p:txBody>
      </p:sp>
      <p:sp>
        <p:nvSpPr>
          <p:cNvPr id="52" name="Google Shape;52;p13"/>
          <p:cNvSpPr txBox="1"/>
          <p:nvPr>
            <p:ph idx="1" type="body"/>
          </p:nvPr>
        </p:nvSpPr>
        <p:spPr>
          <a:xfrm>
            <a:off x="514351" y="1606550"/>
            <a:ext cx="7598569" cy="2736850"/>
          </a:xfrm>
          <a:prstGeom prst="rect">
            <a:avLst/>
          </a:prstGeom>
          <a:noFill/>
          <a:ln>
            <a:noFill/>
          </a:ln>
        </p:spPr>
        <p:txBody>
          <a:bodyPr anchorCtr="0" anchor="ctr" bIns="34275" lIns="68575" spcFirstLastPara="1" rIns="68575" wrap="square" tIns="34275">
            <a:normAutofit/>
          </a:bodyPr>
          <a:lstStyle>
            <a:lvl1pPr indent="-317500" lvl="0" marL="457200" marR="0" rtl="0" algn="l">
              <a:spcBef>
                <a:spcPts val="0"/>
              </a:spcBef>
              <a:spcAft>
                <a:spcPts val="0"/>
              </a:spcAft>
              <a:buClr>
                <a:schemeClr val="lt1"/>
              </a:buClr>
              <a:buSzPts val="1400"/>
              <a:buFont typeface="Arial"/>
              <a:buChar char="•"/>
              <a:defRPr b="0" i="0" sz="1400" u="none" cap="none" strike="noStrike">
                <a:solidFill>
                  <a:schemeClr val="lt1"/>
                </a:solidFill>
                <a:latin typeface="Calibri"/>
                <a:ea typeface="Calibri"/>
                <a:cs typeface="Calibri"/>
                <a:sym typeface="Calibri"/>
              </a:defRPr>
            </a:lvl1pPr>
            <a:lvl2pPr indent="-304800" lvl="1" marL="914400" marR="0" rtl="0" algn="l">
              <a:spcBef>
                <a:spcPts val="800"/>
              </a:spcBef>
              <a:spcAft>
                <a:spcPts val="0"/>
              </a:spcAft>
              <a:buClr>
                <a:schemeClr val="lt1"/>
              </a:buClr>
              <a:buSzPts val="1200"/>
              <a:buFont typeface="Arial"/>
              <a:buChar char="•"/>
              <a:defRPr b="0" i="0" sz="1200" u="none" cap="none" strike="noStrike">
                <a:solidFill>
                  <a:schemeClr val="lt1"/>
                </a:solidFill>
                <a:latin typeface="Calibri"/>
                <a:ea typeface="Calibri"/>
                <a:cs typeface="Calibri"/>
                <a:sym typeface="Calibri"/>
              </a:defRPr>
            </a:lvl2pPr>
            <a:lvl3pPr indent="-298450" lvl="2" marL="1371600" marR="0" rtl="0" algn="l">
              <a:spcBef>
                <a:spcPts val="800"/>
              </a:spcBef>
              <a:spcAft>
                <a:spcPts val="0"/>
              </a:spcAft>
              <a:buClr>
                <a:schemeClr val="lt1"/>
              </a:buClr>
              <a:buSzPts val="1100"/>
              <a:buFont typeface="Arial"/>
              <a:buChar char="•"/>
              <a:defRPr b="0" i="0" sz="1100" u="none" cap="none" strike="noStrike">
                <a:solidFill>
                  <a:schemeClr val="lt1"/>
                </a:solidFill>
                <a:latin typeface="Calibri"/>
                <a:ea typeface="Calibri"/>
                <a:cs typeface="Calibri"/>
                <a:sym typeface="Calibri"/>
              </a:defRPr>
            </a:lvl3pPr>
            <a:lvl4pPr indent="-285750" lvl="3" marL="1828800" marR="0" rtl="0" algn="l">
              <a:spcBef>
                <a:spcPts val="800"/>
              </a:spcBef>
              <a:spcAft>
                <a:spcPts val="0"/>
              </a:spcAft>
              <a:buClr>
                <a:schemeClr val="lt1"/>
              </a:buClr>
              <a:buSzPts val="900"/>
              <a:buFont typeface="Arial"/>
              <a:buChar char="•"/>
              <a:defRPr b="0" i="0" sz="900" u="none" cap="none" strike="noStrike">
                <a:solidFill>
                  <a:schemeClr val="lt1"/>
                </a:solidFill>
                <a:latin typeface="Calibri"/>
                <a:ea typeface="Calibri"/>
                <a:cs typeface="Calibri"/>
                <a:sym typeface="Calibri"/>
              </a:defRPr>
            </a:lvl4pPr>
            <a:lvl5pPr indent="-285750" lvl="4" marL="2286000" marR="0" rtl="0" algn="l">
              <a:spcBef>
                <a:spcPts val="800"/>
              </a:spcBef>
              <a:spcAft>
                <a:spcPts val="0"/>
              </a:spcAft>
              <a:buClr>
                <a:schemeClr val="lt1"/>
              </a:buClr>
              <a:buSzPts val="900"/>
              <a:buFont typeface="Arial"/>
              <a:buChar char="•"/>
              <a:defRPr b="0" i="0" sz="900" u="none" cap="none" strike="noStrike">
                <a:solidFill>
                  <a:schemeClr val="lt1"/>
                </a:solidFill>
                <a:latin typeface="Calibri"/>
                <a:ea typeface="Calibri"/>
                <a:cs typeface="Calibri"/>
                <a:sym typeface="Calibri"/>
              </a:defRPr>
            </a:lvl5pPr>
            <a:lvl6pPr indent="-285750" lvl="5" marL="2743200" marR="0" rtl="0" algn="l">
              <a:spcBef>
                <a:spcPts val="800"/>
              </a:spcBef>
              <a:spcAft>
                <a:spcPts val="0"/>
              </a:spcAft>
              <a:buClr>
                <a:schemeClr val="lt1"/>
              </a:buClr>
              <a:buSzPts val="900"/>
              <a:buFont typeface="Arial"/>
              <a:buChar char="•"/>
              <a:defRPr b="0" i="0" sz="900" u="none" cap="none" strike="noStrike">
                <a:solidFill>
                  <a:schemeClr val="lt1"/>
                </a:solidFill>
                <a:latin typeface="Calibri"/>
                <a:ea typeface="Calibri"/>
                <a:cs typeface="Calibri"/>
                <a:sym typeface="Calibri"/>
              </a:defRPr>
            </a:lvl6pPr>
            <a:lvl7pPr indent="-285750" lvl="6" marL="3200400" marR="0" rtl="0" algn="l">
              <a:spcBef>
                <a:spcPts val="800"/>
              </a:spcBef>
              <a:spcAft>
                <a:spcPts val="0"/>
              </a:spcAft>
              <a:buClr>
                <a:schemeClr val="lt1"/>
              </a:buClr>
              <a:buSzPts val="900"/>
              <a:buFont typeface="Arial"/>
              <a:buChar char="•"/>
              <a:defRPr b="0" i="0" sz="900" u="none" cap="none" strike="noStrike">
                <a:solidFill>
                  <a:schemeClr val="lt1"/>
                </a:solidFill>
                <a:latin typeface="Calibri"/>
                <a:ea typeface="Calibri"/>
                <a:cs typeface="Calibri"/>
                <a:sym typeface="Calibri"/>
              </a:defRPr>
            </a:lvl7pPr>
            <a:lvl8pPr indent="-285750" lvl="7" marL="3657600" marR="0" rtl="0" algn="l">
              <a:spcBef>
                <a:spcPts val="800"/>
              </a:spcBef>
              <a:spcAft>
                <a:spcPts val="0"/>
              </a:spcAft>
              <a:buClr>
                <a:schemeClr val="lt1"/>
              </a:buClr>
              <a:buSzPts val="900"/>
              <a:buFont typeface="Arial"/>
              <a:buChar char="•"/>
              <a:defRPr b="0" i="0" sz="900" u="none" cap="none" strike="noStrike">
                <a:solidFill>
                  <a:schemeClr val="lt1"/>
                </a:solidFill>
                <a:latin typeface="Calibri"/>
                <a:ea typeface="Calibri"/>
                <a:cs typeface="Calibri"/>
                <a:sym typeface="Calibri"/>
              </a:defRPr>
            </a:lvl8pPr>
            <a:lvl9pPr indent="-285750" lvl="8" marL="4114800" marR="0" rtl="0" algn="l">
              <a:spcBef>
                <a:spcPts val="800"/>
              </a:spcBef>
              <a:spcAft>
                <a:spcPts val="800"/>
              </a:spcAft>
              <a:buClr>
                <a:schemeClr val="lt1"/>
              </a:buClr>
              <a:buSzPts val="900"/>
              <a:buFont typeface="Arial"/>
              <a:buChar char="•"/>
              <a:defRPr b="0" i="0" sz="900" u="none" cap="none" strike="noStrike">
                <a:solidFill>
                  <a:schemeClr val="lt1"/>
                </a:solidFill>
                <a:latin typeface="Calibri"/>
                <a:ea typeface="Calibri"/>
                <a:cs typeface="Calibri"/>
                <a:sym typeface="Calibri"/>
              </a:defRPr>
            </a:lvl9pPr>
          </a:lstStyle>
          <a:p/>
        </p:txBody>
      </p:sp>
      <p:sp>
        <p:nvSpPr>
          <p:cNvPr id="53" name="Google Shape;53;p13"/>
          <p:cNvSpPr txBox="1"/>
          <p:nvPr>
            <p:ph idx="10" type="dt"/>
          </p:nvPr>
        </p:nvSpPr>
        <p:spPr>
          <a:xfrm>
            <a:off x="6442245" y="4402931"/>
            <a:ext cx="1200150" cy="283369"/>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chemeClr val="lt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9pPr>
          </a:lstStyle>
          <a:p/>
        </p:txBody>
      </p:sp>
      <p:sp>
        <p:nvSpPr>
          <p:cNvPr id="54" name="Google Shape;54;p13"/>
          <p:cNvSpPr txBox="1"/>
          <p:nvPr>
            <p:ph idx="11" type="ftr"/>
          </p:nvPr>
        </p:nvSpPr>
        <p:spPr>
          <a:xfrm>
            <a:off x="514350" y="4402931"/>
            <a:ext cx="5870744" cy="283369"/>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lt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lt1"/>
                </a:solidFill>
                <a:latin typeface="Calibri"/>
                <a:ea typeface="Calibri"/>
                <a:cs typeface="Calibri"/>
                <a:sym typeface="Calibri"/>
              </a:defRPr>
            </a:lvl9pPr>
          </a:lstStyle>
          <a:p/>
        </p:txBody>
      </p:sp>
      <p:sp>
        <p:nvSpPr>
          <p:cNvPr id="55" name="Google Shape;55;p13"/>
          <p:cNvSpPr txBox="1"/>
          <p:nvPr>
            <p:ph idx="12" type="sldNum"/>
          </p:nvPr>
        </p:nvSpPr>
        <p:spPr>
          <a:xfrm>
            <a:off x="7699545" y="4402931"/>
            <a:ext cx="413375" cy="283369"/>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chemeClr val="lt1"/>
                </a:solidFill>
                <a:latin typeface="Calibri"/>
                <a:ea typeface="Calibri"/>
                <a:cs typeface="Calibri"/>
                <a:sym typeface="Calibri"/>
              </a:defRPr>
            </a:lvl1pPr>
            <a:lvl2pPr indent="0" lvl="1" marL="0" marR="0" rtl="0" algn="r">
              <a:spcBef>
                <a:spcPts val="0"/>
              </a:spcBef>
              <a:buNone/>
              <a:defRPr b="0" i="0" sz="800" u="none" cap="none" strike="noStrike">
                <a:solidFill>
                  <a:schemeClr val="lt1"/>
                </a:solidFill>
                <a:latin typeface="Calibri"/>
                <a:ea typeface="Calibri"/>
                <a:cs typeface="Calibri"/>
                <a:sym typeface="Calibri"/>
              </a:defRPr>
            </a:lvl2pPr>
            <a:lvl3pPr indent="0" lvl="2" marL="0" marR="0" rtl="0" algn="r">
              <a:spcBef>
                <a:spcPts val="0"/>
              </a:spcBef>
              <a:buNone/>
              <a:defRPr b="0" i="0" sz="800" u="none" cap="none" strike="noStrike">
                <a:solidFill>
                  <a:schemeClr val="lt1"/>
                </a:solidFill>
                <a:latin typeface="Calibri"/>
                <a:ea typeface="Calibri"/>
                <a:cs typeface="Calibri"/>
                <a:sym typeface="Calibri"/>
              </a:defRPr>
            </a:lvl3pPr>
            <a:lvl4pPr indent="0" lvl="3" marL="0" marR="0" rtl="0" algn="r">
              <a:spcBef>
                <a:spcPts val="0"/>
              </a:spcBef>
              <a:buNone/>
              <a:defRPr b="0" i="0" sz="800" u="none" cap="none" strike="noStrike">
                <a:solidFill>
                  <a:schemeClr val="lt1"/>
                </a:solidFill>
                <a:latin typeface="Calibri"/>
                <a:ea typeface="Calibri"/>
                <a:cs typeface="Calibri"/>
                <a:sym typeface="Calibri"/>
              </a:defRPr>
            </a:lvl4pPr>
            <a:lvl5pPr indent="0" lvl="4" marL="0" marR="0" rtl="0" algn="r">
              <a:spcBef>
                <a:spcPts val="0"/>
              </a:spcBef>
              <a:buNone/>
              <a:defRPr b="0" i="0" sz="800" u="none" cap="none" strike="noStrike">
                <a:solidFill>
                  <a:schemeClr val="lt1"/>
                </a:solidFill>
                <a:latin typeface="Calibri"/>
                <a:ea typeface="Calibri"/>
                <a:cs typeface="Calibri"/>
                <a:sym typeface="Calibri"/>
              </a:defRPr>
            </a:lvl5pPr>
            <a:lvl6pPr indent="0" lvl="5" marL="0" marR="0" rtl="0" algn="r">
              <a:spcBef>
                <a:spcPts val="0"/>
              </a:spcBef>
              <a:buNone/>
              <a:defRPr b="0" i="0" sz="800" u="none" cap="none" strike="noStrike">
                <a:solidFill>
                  <a:schemeClr val="lt1"/>
                </a:solidFill>
                <a:latin typeface="Calibri"/>
                <a:ea typeface="Calibri"/>
                <a:cs typeface="Calibri"/>
                <a:sym typeface="Calibri"/>
              </a:defRPr>
            </a:lvl6pPr>
            <a:lvl7pPr indent="0" lvl="6" marL="0" marR="0" rtl="0" algn="r">
              <a:spcBef>
                <a:spcPts val="0"/>
              </a:spcBef>
              <a:buNone/>
              <a:defRPr b="0" i="0" sz="800" u="none" cap="none" strike="noStrike">
                <a:solidFill>
                  <a:schemeClr val="lt1"/>
                </a:solidFill>
                <a:latin typeface="Calibri"/>
                <a:ea typeface="Calibri"/>
                <a:cs typeface="Calibri"/>
                <a:sym typeface="Calibri"/>
              </a:defRPr>
            </a:lvl7pPr>
            <a:lvl8pPr indent="0" lvl="7" marL="0" marR="0" rtl="0" algn="r">
              <a:spcBef>
                <a:spcPts val="0"/>
              </a:spcBef>
              <a:buNone/>
              <a:defRPr b="0" i="0" sz="800" u="none" cap="none" strike="noStrike">
                <a:solidFill>
                  <a:schemeClr val="lt1"/>
                </a:solidFill>
                <a:latin typeface="Calibri"/>
                <a:ea typeface="Calibri"/>
                <a:cs typeface="Calibri"/>
                <a:sym typeface="Calibri"/>
              </a:defRPr>
            </a:lvl8pPr>
            <a:lvl9pPr indent="0" lvl="8" marL="0" marR="0" rtl="0" algn="r">
              <a:spcBef>
                <a:spcPts val="0"/>
              </a:spcBef>
              <a:buNone/>
              <a:defRPr b="0" i="0" sz="800" u="none" cap="none" strike="noStrike">
                <a:solidFill>
                  <a:schemeClr val="lt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 id="2147483672" r:id="rId15"/>
    <p:sldLayoutId id="2147483673" r:id="rId16"/>
    <p:sldLayoutId id="2147483674" r:id="rId17"/>
    <p:sldLayoutId id="214748367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27.png"/><Relationship Id="rId6" Type="http://schemas.openxmlformats.org/officeDocument/2006/relationships/image" Target="../media/image20.png"/><Relationship Id="rId7"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3.png"/><Relationship Id="rId4" Type="http://schemas.openxmlformats.org/officeDocument/2006/relationships/image" Target="../media/image16.png"/><Relationship Id="rId5" Type="http://schemas.openxmlformats.org/officeDocument/2006/relationships/image" Target="../media/image13.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22.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7.png"/><Relationship Id="rId7" Type="http://schemas.openxmlformats.org/officeDocument/2006/relationships/image" Target="../media/image7.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1.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1"/>
          <p:cNvSpPr/>
          <p:nvPr/>
        </p:nvSpPr>
        <p:spPr>
          <a:xfrm>
            <a:off x="0" y="514350"/>
            <a:ext cx="9054193" cy="667753"/>
          </a:xfrm>
          <a:prstGeom prst="rect">
            <a:avLst/>
          </a:prstGeom>
          <a:noFill/>
          <a:ln>
            <a:noFill/>
          </a:ln>
        </p:spPr>
        <p:txBody>
          <a:bodyPr anchorCtr="0" anchor="t" bIns="0" lIns="0" spcFirstLastPara="1" rIns="0" wrap="square" tIns="0">
            <a:noAutofit/>
          </a:bodyPr>
          <a:lstStyle/>
          <a:p>
            <a:pPr indent="0" lvl="0" marL="0" marR="0" rtl="0" algn="ctr">
              <a:lnSpc>
                <a:spcPct val="115909"/>
              </a:lnSpc>
              <a:spcBef>
                <a:spcPts val="0"/>
              </a:spcBef>
              <a:spcAft>
                <a:spcPts val="0"/>
              </a:spcAft>
              <a:buClr>
                <a:srgbClr val="F2F2F2"/>
              </a:buClr>
              <a:buSzPts val="3300"/>
              <a:buFont typeface="Times New Roman"/>
              <a:buNone/>
            </a:pPr>
            <a:r>
              <a:rPr b="1" i="0" lang="en-GB" sz="3300" u="none" cap="none" strike="noStrike">
                <a:solidFill>
                  <a:srgbClr val="F2F2F2"/>
                </a:solidFill>
                <a:latin typeface="Times New Roman"/>
                <a:ea typeface="Times New Roman"/>
                <a:cs typeface="Times New Roman"/>
                <a:sym typeface="Times New Roman"/>
              </a:rPr>
              <a:t>Smart Civic Complaint Management System</a:t>
            </a:r>
            <a:endParaRPr b="0" i="0" sz="3300" u="none" cap="none" strike="noStrike">
              <a:solidFill>
                <a:srgbClr val="F2F2F2"/>
              </a:solidFill>
              <a:latin typeface="Times New Roman"/>
              <a:ea typeface="Times New Roman"/>
              <a:cs typeface="Times New Roman"/>
              <a:sym typeface="Times New Roman"/>
            </a:endParaRPr>
          </a:p>
        </p:txBody>
      </p:sp>
      <p:sp>
        <p:nvSpPr>
          <p:cNvPr id="190" name="Google Shape;190;p31"/>
          <p:cNvSpPr/>
          <p:nvPr/>
        </p:nvSpPr>
        <p:spPr>
          <a:xfrm>
            <a:off x="1593056" y="1255582"/>
            <a:ext cx="6193847" cy="335547"/>
          </a:xfrm>
          <a:prstGeom prst="rect">
            <a:avLst/>
          </a:prstGeom>
          <a:noFill/>
          <a:ln>
            <a:noFill/>
          </a:ln>
        </p:spPr>
        <p:txBody>
          <a:bodyPr anchorCtr="0" anchor="t" bIns="0" lIns="0" spcFirstLastPara="1" rIns="0" wrap="square" tIns="0">
            <a:noAutofit/>
          </a:bodyPr>
          <a:lstStyle/>
          <a:p>
            <a:pPr indent="0" lvl="0" marL="0" marR="0" rtl="0" algn="ctr">
              <a:lnSpc>
                <a:spcPct val="104166"/>
              </a:lnSpc>
              <a:spcBef>
                <a:spcPts val="0"/>
              </a:spcBef>
              <a:spcAft>
                <a:spcPts val="0"/>
              </a:spcAft>
              <a:buClr>
                <a:srgbClr val="F2F2F2"/>
              </a:buClr>
              <a:buSzPts val="1800"/>
              <a:buFont typeface="Times New Roman"/>
              <a:buNone/>
            </a:pPr>
            <a:r>
              <a:rPr b="0" i="0" lang="en-GB" sz="1800" u="none" cap="none" strike="noStrike">
                <a:solidFill>
                  <a:srgbClr val="F2F2F2"/>
                </a:solidFill>
                <a:latin typeface="Times New Roman"/>
                <a:ea typeface="Times New Roman"/>
                <a:cs typeface="Times New Roman"/>
                <a:sym typeface="Times New Roman"/>
              </a:rPr>
              <a:t>AI-Powered Civic Issue Reporting Platform</a:t>
            </a:r>
            <a:endParaRPr b="0" i="0" sz="1800" u="none" cap="none" strike="noStrike">
              <a:solidFill>
                <a:srgbClr val="F2F2F2"/>
              </a:solidFill>
              <a:latin typeface="Times New Roman"/>
              <a:ea typeface="Times New Roman"/>
              <a:cs typeface="Times New Roman"/>
              <a:sym typeface="Times New Roman"/>
            </a:endParaRPr>
          </a:p>
        </p:txBody>
      </p:sp>
      <p:sp>
        <p:nvSpPr>
          <p:cNvPr id="191" name="Google Shape;191;p31"/>
          <p:cNvSpPr/>
          <p:nvPr/>
        </p:nvSpPr>
        <p:spPr>
          <a:xfrm>
            <a:off x="595343" y="2375068"/>
            <a:ext cx="2952600" cy="2382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F2F2F2"/>
              </a:buClr>
              <a:buSzPts val="1200"/>
              <a:buFont typeface="Times New Roman"/>
              <a:buNone/>
            </a:pPr>
            <a:r>
              <a:rPr b="1" i="0" lang="en-GB" sz="1200" u="none" cap="none" strike="noStrike">
                <a:solidFill>
                  <a:srgbClr val="F2F2F2"/>
                </a:solidFill>
                <a:latin typeface="Times New Roman"/>
                <a:ea typeface="Times New Roman"/>
                <a:cs typeface="Times New Roman"/>
                <a:sym typeface="Times New Roman"/>
              </a:rPr>
              <a:t>Team Members:</a:t>
            </a:r>
            <a:r>
              <a:rPr b="0" i="0" lang="en-GB" sz="1200" u="none" cap="none" strike="noStrike">
                <a:solidFill>
                  <a:srgbClr val="F2F2F2"/>
                </a:solidFill>
                <a:latin typeface="Times New Roman"/>
                <a:ea typeface="Times New Roman"/>
                <a:cs typeface="Times New Roman"/>
                <a:sym typeface="Times New Roman"/>
              </a:rPr>
              <a:t> Vinay Kumar </a:t>
            </a:r>
            <a:endParaRPr sz="1100"/>
          </a:p>
          <a:p>
            <a:pPr indent="0" lvl="0" marL="0" marR="0" rtl="0" algn="l">
              <a:lnSpc>
                <a:spcPct val="161290"/>
              </a:lnSpc>
              <a:spcBef>
                <a:spcPts val="0"/>
              </a:spcBef>
              <a:spcAft>
                <a:spcPts val="0"/>
              </a:spcAft>
              <a:buClr>
                <a:srgbClr val="F2F2F2"/>
              </a:buClr>
              <a:buSzPts val="1200"/>
              <a:buFont typeface="Times New Roman"/>
              <a:buNone/>
            </a:pPr>
            <a:r>
              <a:rPr b="0" i="0" lang="en-GB" sz="1200" u="none" cap="none" strike="noStrike">
                <a:solidFill>
                  <a:srgbClr val="F2F2F2"/>
                </a:solidFill>
                <a:latin typeface="Times New Roman"/>
                <a:ea typeface="Times New Roman"/>
                <a:cs typeface="Times New Roman"/>
                <a:sym typeface="Times New Roman"/>
              </a:rPr>
              <a:t> </a:t>
            </a:r>
            <a:r>
              <a:rPr b="0" i="0" lang="en-GB" sz="1200" u="none" cap="none" strike="noStrike">
                <a:solidFill>
                  <a:srgbClr val="F2F2F2"/>
                </a:solidFill>
                <a:latin typeface="Times New Roman"/>
                <a:ea typeface="Times New Roman"/>
                <a:cs typeface="Times New Roman"/>
                <a:sym typeface="Times New Roman"/>
              </a:rPr>
              <a:t>                             Bhuvan    </a:t>
            </a:r>
            <a:endParaRPr sz="1100"/>
          </a:p>
          <a:p>
            <a:pPr indent="0" lvl="0" marL="0" marR="0" rtl="0" algn="l">
              <a:lnSpc>
                <a:spcPct val="161290"/>
              </a:lnSpc>
              <a:spcBef>
                <a:spcPts val="0"/>
              </a:spcBef>
              <a:spcAft>
                <a:spcPts val="0"/>
              </a:spcAft>
              <a:buClr>
                <a:srgbClr val="F2F2F2"/>
              </a:buClr>
              <a:buSzPts val="1200"/>
              <a:buFont typeface="Times New Roman"/>
              <a:buNone/>
            </a:pPr>
            <a:r>
              <a:rPr b="0" i="0" lang="en-GB" sz="1200" u="none" cap="none" strike="noStrike">
                <a:solidFill>
                  <a:srgbClr val="F2F2F2"/>
                </a:solidFill>
                <a:latin typeface="Times New Roman"/>
                <a:ea typeface="Times New Roman"/>
                <a:cs typeface="Times New Roman"/>
                <a:sym typeface="Times New Roman"/>
              </a:rPr>
              <a:t>                              Sravanthi </a:t>
            </a:r>
            <a:endParaRPr sz="1100"/>
          </a:p>
          <a:p>
            <a:pPr indent="0" lvl="0" marL="0" marR="0" rtl="0" algn="l">
              <a:lnSpc>
                <a:spcPct val="161290"/>
              </a:lnSpc>
              <a:spcBef>
                <a:spcPts val="0"/>
              </a:spcBef>
              <a:spcAft>
                <a:spcPts val="0"/>
              </a:spcAft>
              <a:buClr>
                <a:srgbClr val="F2F2F2"/>
              </a:buClr>
              <a:buSzPts val="1200"/>
              <a:buFont typeface="Times New Roman"/>
              <a:buNone/>
            </a:pPr>
            <a:r>
              <a:rPr b="0" i="0" lang="en-GB" sz="1200" u="none" cap="none" strike="noStrike">
                <a:solidFill>
                  <a:srgbClr val="F2F2F2"/>
                </a:solidFill>
                <a:latin typeface="Times New Roman"/>
                <a:ea typeface="Times New Roman"/>
                <a:cs typeface="Times New Roman"/>
                <a:sym typeface="Times New Roman"/>
              </a:rPr>
              <a:t>                             </a:t>
            </a:r>
            <a:r>
              <a:rPr lang="en-GB" sz="1200">
                <a:solidFill>
                  <a:srgbClr val="F2F2F2"/>
                </a:solidFill>
                <a:latin typeface="Times New Roman"/>
                <a:ea typeface="Times New Roman"/>
                <a:cs typeface="Times New Roman"/>
                <a:sym typeface="Times New Roman"/>
              </a:rPr>
              <a:t> </a:t>
            </a:r>
            <a:r>
              <a:rPr b="0" i="0" lang="en-GB" sz="1200" u="none" cap="none" strike="noStrike">
                <a:solidFill>
                  <a:srgbClr val="F2F2F2"/>
                </a:solidFill>
                <a:latin typeface="Times New Roman"/>
                <a:ea typeface="Times New Roman"/>
                <a:cs typeface="Times New Roman"/>
                <a:sym typeface="Times New Roman"/>
              </a:rPr>
              <a:t>Varshini   </a:t>
            </a:r>
            <a:endParaRPr b="0" i="0" sz="1200" u="none" cap="none" strike="noStrike">
              <a:solidFill>
                <a:srgbClr val="F2F2F2"/>
              </a:solidFill>
              <a:latin typeface="Times New Roman"/>
              <a:ea typeface="Times New Roman"/>
              <a:cs typeface="Times New Roman"/>
              <a:sym typeface="Times New Roman"/>
            </a:endParaRPr>
          </a:p>
        </p:txBody>
      </p:sp>
      <p:sp>
        <p:nvSpPr>
          <p:cNvPr id="192" name="Google Shape;192;p31"/>
          <p:cNvSpPr/>
          <p:nvPr/>
        </p:nvSpPr>
        <p:spPr>
          <a:xfrm>
            <a:off x="595353" y="3635065"/>
            <a:ext cx="3976800" cy="2382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F2F2F2"/>
              </a:buClr>
              <a:buSzPts val="1200"/>
              <a:buFont typeface="Times New Roman"/>
              <a:buNone/>
            </a:pPr>
            <a:r>
              <a:rPr b="1" i="0" lang="en-GB" sz="1200" u="none" cap="none" strike="noStrike">
                <a:solidFill>
                  <a:srgbClr val="F2F2F2"/>
                </a:solidFill>
                <a:latin typeface="Times New Roman"/>
                <a:ea typeface="Times New Roman"/>
                <a:cs typeface="Times New Roman"/>
                <a:sym typeface="Times New Roman"/>
              </a:rPr>
              <a:t>Institution:</a:t>
            </a:r>
            <a:r>
              <a:rPr b="0" i="0" lang="en-GB" sz="1200" u="none" cap="none" strike="noStrike">
                <a:solidFill>
                  <a:srgbClr val="F2F2F2"/>
                </a:solidFill>
                <a:latin typeface="Times New Roman"/>
                <a:ea typeface="Times New Roman"/>
                <a:cs typeface="Times New Roman"/>
                <a:sym typeface="Times New Roman"/>
              </a:rPr>
              <a:t> Acharya Institute of Technology</a:t>
            </a:r>
            <a:endParaRPr b="0" i="0" sz="1200" u="none" cap="none" strike="noStrike">
              <a:solidFill>
                <a:srgbClr val="F2F2F2"/>
              </a:solidFill>
              <a:latin typeface="Times New Roman"/>
              <a:ea typeface="Times New Roman"/>
              <a:cs typeface="Times New Roman"/>
              <a:sym typeface="Times New Roman"/>
            </a:endParaRPr>
          </a:p>
        </p:txBody>
      </p:sp>
      <p:sp>
        <p:nvSpPr>
          <p:cNvPr id="193" name="Google Shape;193;p31"/>
          <p:cNvSpPr/>
          <p:nvPr/>
        </p:nvSpPr>
        <p:spPr>
          <a:xfrm>
            <a:off x="574593" y="4347340"/>
            <a:ext cx="2786700" cy="2382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F2F2F2"/>
              </a:buClr>
              <a:buSzPts val="1200"/>
              <a:buFont typeface="Times New Roman"/>
              <a:buNone/>
            </a:pPr>
            <a:r>
              <a:rPr b="1" i="0" lang="en-GB" sz="1200" u="none" cap="none" strike="noStrike">
                <a:solidFill>
                  <a:srgbClr val="F2F2F2"/>
                </a:solidFill>
                <a:latin typeface="Times New Roman"/>
                <a:ea typeface="Times New Roman"/>
                <a:cs typeface="Times New Roman"/>
                <a:sym typeface="Times New Roman"/>
              </a:rPr>
              <a:t>Hackathon:</a:t>
            </a:r>
            <a:r>
              <a:rPr b="0" i="0" lang="en-GB" sz="1200" u="none" cap="none" strike="noStrike">
                <a:solidFill>
                  <a:srgbClr val="F2F2F2"/>
                </a:solidFill>
                <a:latin typeface="Times New Roman"/>
                <a:ea typeface="Times New Roman"/>
                <a:cs typeface="Times New Roman"/>
                <a:sym typeface="Times New Roman"/>
              </a:rPr>
              <a:t> Build for Bengaluru – Civic AI</a:t>
            </a:r>
            <a:endParaRPr b="0" i="0" sz="1200" u="none" cap="none" strike="noStrike">
              <a:solidFill>
                <a:srgbClr val="F2F2F2"/>
              </a:solidFill>
              <a:latin typeface="Times New Roman"/>
              <a:ea typeface="Times New Roman"/>
              <a:cs typeface="Times New Roman"/>
              <a:sym typeface="Times New Roman"/>
            </a:endParaRPr>
          </a:p>
        </p:txBody>
      </p:sp>
      <p:sp>
        <p:nvSpPr>
          <p:cNvPr id="194" name="Google Shape;194;p31"/>
          <p:cNvSpPr/>
          <p:nvPr/>
        </p:nvSpPr>
        <p:spPr>
          <a:xfrm>
            <a:off x="575699" y="3997229"/>
            <a:ext cx="7878600" cy="238200"/>
          </a:xfrm>
          <a:prstGeom prst="rect">
            <a:avLst/>
          </a:prstGeom>
          <a:noFill/>
          <a:ln>
            <a:noFill/>
          </a:ln>
        </p:spPr>
        <p:txBody>
          <a:bodyPr anchorCtr="0" anchor="t" bIns="0" lIns="0" spcFirstLastPara="1" rIns="0" wrap="square" tIns="0">
            <a:noAutofit/>
          </a:bodyPr>
          <a:lstStyle/>
          <a:p>
            <a:pPr indent="0" lvl="0" marL="0" marR="0" rtl="0" algn="l">
              <a:lnSpc>
                <a:spcPct val="161290"/>
              </a:lnSpc>
              <a:spcBef>
                <a:spcPts val="0"/>
              </a:spcBef>
              <a:spcAft>
                <a:spcPts val="0"/>
              </a:spcAft>
              <a:buClr>
                <a:srgbClr val="F2F2F2"/>
              </a:buClr>
              <a:buSzPts val="1200"/>
              <a:buFont typeface="Times New Roman"/>
              <a:buNone/>
            </a:pPr>
            <a:r>
              <a:rPr b="1" i="0" lang="en-GB" sz="1200" u="none" cap="none" strike="noStrike">
                <a:solidFill>
                  <a:srgbClr val="F2F2F2"/>
                </a:solidFill>
                <a:latin typeface="Times New Roman"/>
                <a:ea typeface="Times New Roman"/>
                <a:cs typeface="Times New Roman"/>
                <a:sym typeface="Times New Roman"/>
              </a:rPr>
              <a:t>Technologies:</a:t>
            </a:r>
            <a:r>
              <a:rPr b="0" i="0" lang="en-GB" sz="1200" u="none" cap="none" strike="noStrike">
                <a:solidFill>
                  <a:srgbClr val="F2F2F2"/>
                </a:solidFill>
                <a:latin typeface="Times New Roman"/>
                <a:ea typeface="Times New Roman"/>
                <a:cs typeface="Times New Roman"/>
                <a:sym typeface="Times New Roman"/>
              </a:rPr>
              <a:t> MERN Stack, React Leaflet Maps, MongoDB Atlas, Cloudinary, AI-based Classification</a:t>
            </a:r>
            <a:endParaRPr b="0" i="0" sz="1200" u="none" cap="none" strike="noStrike">
              <a:solidFill>
                <a:srgbClr val="F2F2F2"/>
              </a:solidFill>
              <a:latin typeface="Times New Roman"/>
              <a:ea typeface="Times New Roman"/>
              <a:cs typeface="Times New Roman"/>
              <a:sym typeface="Times New Roman"/>
            </a:endParaRPr>
          </a:p>
        </p:txBody>
      </p:sp>
      <p:sp>
        <p:nvSpPr>
          <p:cNvPr id="195" name="Google Shape;195;p31"/>
          <p:cNvSpPr txBox="1"/>
          <p:nvPr/>
        </p:nvSpPr>
        <p:spPr>
          <a:xfrm>
            <a:off x="486515" y="1977513"/>
            <a:ext cx="2786700" cy="181500"/>
          </a:xfrm>
          <a:prstGeom prst="rect">
            <a:avLst/>
          </a:prstGeom>
          <a:noFill/>
          <a:ln>
            <a:noFill/>
          </a:ln>
        </p:spPr>
        <p:txBody>
          <a:bodyPr anchorCtr="0" anchor="t" bIns="91425" lIns="91425" spcFirstLastPara="1" rIns="91425" wrap="square" tIns="91425">
            <a:noAutofit/>
          </a:bodyPr>
          <a:lstStyle/>
          <a:p>
            <a:pPr indent="0" lvl="0" marL="0" rtl="0" algn="l">
              <a:lnSpc>
                <a:spcPct val="161290"/>
              </a:lnSpc>
              <a:spcBef>
                <a:spcPts val="0"/>
              </a:spcBef>
              <a:spcAft>
                <a:spcPts val="0"/>
              </a:spcAft>
              <a:buClr>
                <a:srgbClr val="F2F2F2"/>
              </a:buClr>
              <a:buSzPts val="1200"/>
              <a:buFont typeface="Times New Roman"/>
              <a:buNone/>
            </a:pPr>
            <a:r>
              <a:rPr b="1" lang="en-GB" sz="1300">
                <a:solidFill>
                  <a:srgbClr val="F2F2F2"/>
                </a:solidFill>
                <a:latin typeface="Times New Roman"/>
                <a:ea typeface="Times New Roman"/>
                <a:cs typeface="Times New Roman"/>
                <a:sym typeface="Times New Roman"/>
              </a:rPr>
              <a:t>Team Number: </a:t>
            </a:r>
            <a:r>
              <a:rPr lang="en-GB" sz="1300">
                <a:solidFill>
                  <a:srgbClr val="F2F2F2"/>
                </a:solidFill>
                <a:latin typeface="Times New Roman"/>
                <a:ea typeface="Times New Roman"/>
                <a:cs typeface="Times New Roman"/>
                <a:sym typeface="Times New Roman"/>
              </a:rPr>
              <a:t>06</a:t>
            </a:r>
            <a:endParaRPr sz="1300">
              <a:solidFill>
                <a:schemeClr val="lt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2"/>
          <p:cNvSpPr/>
          <p:nvPr/>
        </p:nvSpPr>
        <p:spPr>
          <a:xfrm>
            <a:off x="234348" y="76750"/>
            <a:ext cx="5814300" cy="332400"/>
          </a:xfrm>
          <a:prstGeom prst="rect">
            <a:avLst/>
          </a:prstGeom>
          <a:noFill/>
          <a:ln>
            <a:noFill/>
          </a:ln>
        </p:spPr>
        <p:txBody>
          <a:bodyPr anchorCtr="0" anchor="t" bIns="0" lIns="0" spcFirstLastPara="1" rIns="0" wrap="square" tIns="0">
            <a:noAutofit/>
          </a:bodyPr>
          <a:lstStyle/>
          <a:p>
            <a:pPr indent="0" lvl="0" marL="0" marR="0" rtl="0" algn="l">
              <a:lnSpc>
                <a:spcPct val="107812"/>
              </a:lnSpc>
              <a:spcBef>
                <a:spcPts val="0"/>
              </a:spcBef>
              <a:spcAft>
                <a:spcPts val="0"/>
              </a:spcAft>
              <a:buClr>
                <a:srgbClr val="F2F2F2"/>
              </a:buClr>
              <a:buSzPts val="2400"/>
              <a:buFont typeface="Times New Roman"/>
              <a:buNone/>
            </a:pPr>
            <a:r>
              <a:rPr b="1" i="0" lang="en-GB" sz="2400" u="none" cap="none" strike="noStrike">
                <a:solidFill>
                  <a:srgbClr val="F2F2F2"/>
                </a:solidFill>
                <a:latin typeface="Times New Roman"/>
                <a:ea typeface="Times New Roman"/>
                <a:cs typeface="Times New Roman"/>
                <a:sym typeface="Times New Roman"/>
              </a:rPr>
              <a:t>Understanding the Civic Challenge</a:t>
            </a:r>
            <a:endParaRPr b="0" i="0" sz="2400" u="none" cap="none" strike="noStrike">
              <a:solidFill>
                <a:srgbClr val="F2F2F2"/>
              </a:solidFill>
              <a:latin typeface="Times New Roman"/>
              <a:ea typeface="Times New Roman"/>
              <a:cs typeface="Times New Roman"/>
              <a:sym typeface="Times New Roman"/>
            </a:endParaRPr>
          </a:p>
        </p:txBody>
      </p:sp>
      <p:sp>
        <p:nvSpPr>
          <p:cNvPr id="201" name="Google Shape;201;p32"/>
          <p:cNvSpPr/>
          <p:nvPr/>
        </p:nvSpPr>
        <p:spPr>
          <a:xfrm>
            <a:off x="528849" y="646225"/>
            <a:ext cx="3031500" cy="199500"/>
          </a:xfrm>
          <a:prstGeom prst="rect">
            <a:avLst/>
          </a:prstGeom>
          <a:noFill/>
          <a:ln>
            <a:noFill/>
          </a:ln>
        </p:spPr>
        <p:txBody>
          <a:bodyPr anchorCtr="0" anchor="t" bIns="0" lIns="0" spcFirstLastPara="1" rIns="0" wrap="square" tIns="0">
            <a:noAutofit/>
          </a:bodyPr>
          <a:lstStyle/>
          <a:p>
            <a:pPr indent="0" lvl="0" marL="0" marR="0" rtl="0" algn="l">
              <a:lnSpc>
                <a:spcPct val="102500"/>
              </a:lnSpc>
              <a:spcBef>
                <a:spcPts val="0"/>
              </a:spcBef>
              <a:spcAft>
                <a:spcPts val="0"/>
              </a:spcAft>
              <a:buClr>
                <a:srgbClr val="F2F2F2"/>
              </a:buClr>
              <a:buSzPts val="1500"/>
              <a:buFont typeface="Times New Roman"/>
              <a:buNone/>
            </a:pPr>
            <a:r>
              <a:rPr b="1" i="0" lang="en-GB" sz="1500" u="none" cap="none" strike="noStrike">
                <a:solidFill>
                  <a:srgbClr val="F2F2F2"/>
                </a:solidFill>
                <a:latin typeface="Times New Roman"/>
                <a:ea typeface="Times New Roman"/>
                <a:cs typeface="Times New Roman"/>
                <a:sym typeface="Times New Roman"/>
              </a:rPr>
              <a:t>Cities Face Persistent Civic Issues</a:t>
            </a:r>
            <a:endParaRPr b="0" i="0" sz="1500" u="none" cap="none" strike="noStrike">
              <a:solidFill>
                <a:srgbClr val="F2F2F2"/>
              </a:solidFill>
              <a:latin typeface="Times New Roman"/>
              <a:ea typeface="Times New Roman"/>
              <a:cs typeface="Times New Roman"/>
              <a:sym typeface="Times New Roman"/>
            </a:endParaRPr>
          </a:p>
        </p:txBody>
      </p:sp>
      <p:sp>
        <p:nvSpPr>
          <p:cNvPr id="202" name="Google Shape;202;p32"/>
          <p:cNvSpPr/>
          <p:nvPr/>
        </p:nvSpPr>
        <p:spPr>
          <a:xfrm>
            <a:off x="528854" y="979803"/>
            <a:ext cx="7988231" cy="42005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F2F2F2"/>
              </a:buClr>
              <a:buSzPts val="1100"/>
              <a:buFont typeface="Times New Roman"/>
              <a:buNone/>
            </a:pPr>
            <a:r>
              <a:rPr b="0" i="0" lang="en-GB" sz="1100" u="none" cap="none" strike="noStrike">
                <a:solidFill>
                  <a:srgbClr val="F2F2F2"/>
                </a:solidFill>
                <a:latin typeface="Times New Roman"/>
                <a:ea typeface="Times New Roman"/>
                <a:cs typeface="Times New Roman"/>
                <a:sym typeface="Times New Roman"/>
              </a:rPr>
              <a:t>Urban centers like Bengaluru grapple with recurring civic problems that impact daily life and infrastructure quality. From dangerous potholes on busy roads to overflowing garbage bins, water leakage from damaged pipes, and broken street lights creating safety hazards, these issues affect millions of residents daily.</a:t>
            </a:r>
            <a:endParaRPr b="0" i="0" sz="1100" u="none" cap="none" strike="noStrike">
              <a:solidFill>
                <a:srgbClr val="F2F2F2"/>
              </a:solidFill>
              <a:latin typeface="Times New Roman"/>
              <a:ea typeface="Times New Roman"/>
              <a:cs typeface="Times New Roman"/>
              <a:sym typeface="Times New Roman"/>
            </a:endParaRPr>
          </a:p>
        </p:txBody>
      </p:sp>
      <p:sp>
        <p:nvSpPr>
          <p:cNvPr id="203" name="Google Shape;203;p32"/>
          <p:cNvSpPr/>
          <p:nvPr/>
        </p:nvSpPr>
        <p:spPr>
          <a:xfrm>
            <a:off x="523139" y="1490761"/>
            <a:ext cx="3959602" cy="930384"/>
          </a:xfrm>
          <a:prstGeom prst="roundRect">
            <a:avLst>
              <a:gd fmla="val 4573"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4" name="Google Shape;204;p32"/>
          <p:cNvSpPr/>
          <p:nvPr/>
        </p:nvSpPr>
        <p:spPr>
          <a:xfrm>
            <a:off x="630117" y="1597738"/>
            <a:ext cx="303877" cy="303877"/>
          </a:xfrm>
          <a:prstGeom prst="roundRect">
            <a:avLst>
              <a:gd fmla="val 2256604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05" name="Google Shape;205;p32"/>
          <p:cNvPicPr preferRelativeResize="0"/>
          <p:nvPr/>
        </p:nvPicPr>
        <p:blipFill rotWithShape="1">
          <a:blip r:embed="rId3">
            <a:alphaModFix/>
          </a:blip>
          <a:srcRect b="0" l="0" r="0" t="0"/>
          <a:stretch/>
        </p:blipFill>
        <p:spPr>
          <a:xfrm>
            <a:off x="713699" y="1681231"/>
            <a:ext cx="136714" cy="136714"/>
          </a:xfrm>
          <a:prstGeom prst="rect">
            <a:avLst/>
          </a:prstGeom>
          <a:noFill/>
          <a:ln>
            <a:noFill/>
          </a:ln>
        </p:spPr>
      </p:pic>
      <p:sp>
        <p:nvSpPr>
          <p:cNvPr id="206" name="Google Shape;206;p32"/>
          <p:cNvSpPr/>
          <p:nvPr/>
        </p:nvSpPr>
        <p:spPr>
          <a:xfrm>
            <a:off x="630117" y="1970553"/>
            <a:ext cx="1329542" cy="16618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111D51"/>
              </a:buClr>
              <a:buSzPts val="1000"/>
              <a:buFont typeface="Times New Roman"/>
              <a:buNone/>
            </a:pPr>
            <a:r>
              <a:rPr b="1" i="0" lang="en-GB" sz="1000" u="none" cap="none" strike="noStrike">
                <a:solidFill>
                  <a:srgbClr val="111D51"/>
                </a:solidFill>
                <a:latin typeface="Times New Roman"/>
                <a:ea typeface="Times New Roman"/>
                <a:cs typeface="Times New Roman"/>
                <a:sym typeface="Times New Roman"/>
              </a:rPr>
              <a:t>Potholes</a:t>
            </a:r>
            <a:endParaRPr b="0" i="0" sz="1000" u="none" cap="none" strike="noStrike">
              <a:solidFill>
                <a:srgbClr val="111D51"/>
              </a:solidFill>
              <a:latin typeface="Times New Roman"/>
              <a:ea typeface="Times New Roman"/>
              <a:cs typeface="Times New Roman"/>
              <a:sym typeface="Times New Roman"/>
            </a:endParaRPr>
          </a:p>
        </p:txBody>
      </p:sp>
      <p:sp>
        <p:nvSpPr>
          <p:cNvPr id="207" name="Google Shape;207;p32"/>
          <p:cNvSpPr/>
          <p:nvPr/>
        </p:nvSpPr>
        <p:spPr>
          <a:xfrm>
            <a:off x="630117" y="2178079"/>
            <a:ext cx="3745647" cy="136088"/>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11D51"/>
              </a:buClr>
              <a:buSzPts val="800"/>
              <a:buFont typeface="Times New Roman"/>
              <a:buNone/>
            </a:pPr>
            <a:r>
              <a:rPr b="0" i="0" lang="en-GB" sz="800" u="none" cap="none" strike="noStrike">
                <a:solidFill>
                  <a:srgbClr val="111D51"/>
                </a:solidFill>
                <a:latin typeface="Times New Roman"/>
                <a:ea typeface="Times New Roman"/>
                <a:cs typeface="Times New Roman"/>
                <a:sym typeface="Times New Roman"/>
              </a:rPr>
              <a:t>Dangerous road conditions causing accidents and vehicle damage</a:t>
            </a:r>
            <a:endParaRPr b="0" i="0" sz="800" u="none" cap="none" strike="noStrike">
              <a:solidFill>
                <a:srgbClr val="111D51"/>
              </a:solidFill>
              <a:latin typeface="Times New Roman"/>
              <a:ea typeface="Times New Roman"/>
              <a:cs typeface="Times New Roman"/>
              <a:sym typeface="Times New Roman"/>
            </a:endParaRPr>
          </a:p>
        </p:txBody>
      </p:sp>
      <p:sp>
        <p:nvSpPr>
          <p:cNvPr id="208" name="Google Shape;208;p32"/>
          <p:cNvSpPr/>
          <p:nvPr/>
        </p:nvSpPr>
        <p:spPr>
          <a:xfrm>
            <a:off x="4551679" y="1490761"/>
            <a:ext cx="3959691" cy="930384"/>
          </a:xfrm>
          <a:prstGeom prst="roundRect">
            <a:avLst>
              <a:gd fmla="val 4573"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09" name="Google Shape;209;p32"/>
          <p:cNvSpPr/>
          <p:nvPr/>
        </p:nvSpPr>
        <p:spPr>
          <a:xfrm>
            <a:off x="4658657" y="1597738"/>
            <a:ext cx="303878" cy="303877"/>
          </a:xfrm>
          <a:prstGeom prst="roundRect">
            <a:avLst>
              <a:gd fmla="val 2256604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10" name="Google Shape;210;p32"/>
          <p:cNvPicPr preferRelativeResize="0"/>
          <p:nvPr/>
        </p:nvPicPr>
        <p:blipFill rotWithShape="1">
          <a:blip r:embed="rId4">
            <a:alphaModFix/>
          </a:blip>
          <a:srcRect b="0" l="0" r="0" t="0"/>
          <a:stretch/>
        </p:blipFill>
        <p:spPr>
          <a:xfrm>
            <a:off x="4742238" y="1681231"/>
            <a:ext cx="136714" cy="136714"/>
          </a:xfrm>
          <a:prstGeom prst="rect">
            <a:avLst/>
          </a:prstGeom>
          <a:noFill/>
          <a:ln>
            <a:noFill/>
          </a:ln>
        </p:spPr>
      </p:pic>
      <p:sp>
        <p:nvSpPr>
          <p:cNvPr id="211" name="Google Shape;211;p32"/>
          <p:cNvSpPr/>
          <p:nvPr/>
        </p:nvSpPr>
        <p:spPr>
          <a:xfrm>
            <a:off x="4658657" y="1970553"/>
            <a:ext cx="1389906" cy="16618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111D51"/>
              </a:buClr>
              <a:buSzPts val="1000"/>
              <a:buFont typeface="Times New Roman"/>
              <a:buNone/>
            </a:pPr>
            <a:r>
              <a:rPr b="1" i="0" lang="en-GB" sz="1000" u="none" cap="none" strike="noStrike">
                <a:solidFill>
                  <a:srgbClr val="111D51"/>
                </a:solidFill>
                <a:latin typeface="Times New Roman"/>
                <a:ea typeface="Times New Roman"/>
                <a:cs typeface="Times New Roman"/>
                <a:sym typeface="Times New Roman"/>
              </a:rPr>
              <a:t>Garbage Accumulation</a:t>
            </a:r>
            <a:endParaRPr b="0" i="0" sz="1000" u="none" cap="none" strike="noStrike">
              <a:solidFill>
                <a:srgbClr val="111D51"/>
              </a:solidFill>
              <a:latin typeface="Times New Roman"/>
              <a:ea typeface="Times New Roman"/>
              <a:cs typeface="Times New Roman"/>
              <a:sym typeface="Times New Roman"/>
            </a:endParaRPr>
          </a:p>
        </p:txBody>
      </p:sp>
      <p:sp>
        <p:nvSpPr>
          <p:cNvPr id="212" name="Google Shape;212;p32"/>
          <p:cNvSpPr/>
          <p:nvPr/>
        </p:nvSpPr>
        <p:spPr>
          <a:xfrm>
            <a:off x="4658657" y="2178079"/>
            <a:ext cx="3745736" cy="136088"/>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11D51"/>
              </a:buClr>
              <a:buSzPts val="800"/>
              <a:buFont typeface="Times New Roman"/>
              <a:buNone/>
            </a:pPr>
            <a:r>
              <a:rPr b="0" i="0" lang="en-GB" sz="800" u="none" cap="none" strike="noStrike">
                <a:solidFill>
                  <a:srgbClr val="111D51"/>
                </a:solidFill>
                <a:latin typeface="Times New Roman"/>
                <a:ea typeface="Times New Roman"/>
                <a:cs typeface="Times New Roman"/>
                <a:sym typeface="Times New Roman"/>
              </a:rPr>
              <a:t>Improper waste disposal creating health hazards and unsanitary conditions</a:t>
            </a:r>
            <a:endParaRPr b="0" i="0" sz="800" u="none" cap="none" strike="noStrike">
              <a:solidFill>
                <a:srgbClr val="111D51"/>
              </a:solidFill>
              <a:latin typeface="Times New Roman"/>
              <a:ea typeface="Times New Roman"/>
              <a:cs typeface="Times New Roman"/>
              <a:sym typeface="Times New Roman"/>
            </a:endParaRPr>
          </a:p>
        </p:txBody>
      </p:sp>
      <p:sp>
        <p:nvSpPr>
          <p:cNvPr id="213" name="Google Shape;213;p32"/>
          <p:cNvSpPr/>
          <p:nvPr/>
        </p:nvSpPr>
        <p:spPr>
          <a:xfrm>
            <a:off x="523139" y="2490082"/>
            <a:ext cx="3959602" cy="930384"/>
          </a:xfrm>
          <a:prstGeom prst="roundRect">
            <a:avLst>
              <a:gd fmla="val 4573"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4" name="Google Shape;214;p32"/>
          <p:cNvSpPr/>
          <p:nvPr/>
        </p:nvSpPr>
        <p:spPr>
          <a:xfrm>
            <a:off x="630117" y="2597060"/>
            <a:ext cx="303877" cy="303878"/>
          </a:xfrm>
          <a:prstGeom prst="roundRect">
            <a:avLst>
              <a:gd fmla="val 2256604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15" name="Google Shape;215;p32"/>
          <p:cNvPicPr preferRelativeResize="0"/>
          <p:nvPr/>
        </p:nvPicPr>
        <p:blipFill rotWithShape="1">
          <a:blip r:embed="rId5">
            <a:alphaModFix/>
          </a:blip>
          <a:srcRect b="0" l="0" r="0" t="0"/>
          <a:stretch/>
        </p:blipFill>
        <p:spPr>
          <a:xfrm>
            <a:off x="713699" y="2680552"/>
            <a:ext cx="136714" cy="136714"/>
          </a:xfrm>
          <a:prstGeom prst="rect">
            <a:avLst/>
          </a:prstGeom>
          <a:noFill/>
          <a:ln>
            <a:noFill/>
          </a:ln>
        </p:spPr>
      </p:pic>
      <p:sp>
        <p:nvSpPr>
          <p:cNvPr id="216" name="Google Shape;216;p32"/>
          <p:cNvSpPr/>
          <p:nvPr/>
        </p:nvSpPr>
        <p:spPr>
          <a:xfrm>
            <a:off x="630117" y="2969874"/>
            <a:ext cx="1329542" cy="16618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111D51"/>
              </a:buClr>
              <a:buSzPts val="1000"/>
              <a:buFont typeface="Times New Roman"/>
              <a:buNone/>
            </a:pPr>
            <a:r>
              <a:rPr b="1" i="0" lang="en-GB" sz="1000" u="none" cap="none" strike="noStrike">
                <a:solidFill>
                  <a:srgbClr val="111D51"/>
                </a:solidFill>
                <a:latin typeface="Times New Roman"/>
                <a:ea typeface="Times New Roman"/>
                <a:cs typeface="Times New Roman"/>
                <a:sym typeface="Times New Roman"/>
              </a:rPr>
              <a:t>Water Leakage</a:t>
            </a:r>
            <a:endParaRPr b="0" i="0" sz="1000" u="none" cap="none" strike="noStrike">
              <a:solidFill>
                <a:srgbClr val="111D51"/>
              </a:solidFill>
              <a:latin typeface="Times New Roman"/>
              <a:ea typeface="Times New Roman"/>
              <a:cs typeface="Times New Roman"/>
              <a:sym typeface="Times New Roman"/>
            </a:endParaRPr>
          </a:p>
        </p:txBody>
      </p:sp>
      <p:sp>
        <p:nvSpPr>
          <p:cNvPr id="217" name="Google Shape;217;p32"/>
          <p:cNvSpPr/>
          <p:nvPr/>
        </p:nvSpPr>
        <p:spPr>
          <a:xfrm>
            <a:off x="630117" y="3177400"/>
            <a:ext cx="3745647" cy="136088"/>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11D51"/>
              </a:buClr>
              <a:buSzPts val="800"/>
              <a:buFont typeface="Times New Roman"/>
              <a:buNone/>
            </a:pPr>
            <a:r>
              <a:rPr b="0" i="0" lang="en-GB" sz="800" u="none" cap="none" strike="noStrike">
                <a:solidFill>
                  <a:srgbClr val="111D51"/>
                </a:solidFill>
                <a:latin typeface="Times New Roman"/>
                <a:ea typeface="Times New Roman"/>
                <a:cs typeface="Times New Roman"/>
                <a:sym typeface="Times New Roman"/>
              </a:rPr>
              <a:t>Wastage of precious resources through damaged pipes and fittings</a:t>
            </a:r>
            <a:endParaRPr b="0" i="0" sz="800" u="none" cap="none" strike="noStrike">
              <a:solidFill>
                <a:srgbClr val="111D51"/>
              </a:solidFill>
              <a:latin typeface="Times New Roman"/>
              <a:ea typeface="Times New Roman"/>
              <a:cs typeface="Times New Roman"/>
              <a:sym typeface="Times New Roman"/>
            </a:endParaRPr>
          </a:p>
        </p:txBody>
      </p:sp>
      <p:sp>
        <p:nvSpPr>
          <p:cNvPr id="218" name="Google Shape;218;p32"/>
          <p:cNvSpPr/>
          <p:nvPr/>
        </p:nvSpPr>
        <p:spPr>
          <a:xfrm>
            <a:off x="4551679" y="2490082"/>
            <a:ext cx="3959691" cy="930384"/>
          </a:xfrm>
          <a:prstGeom prst="roundRect">
            <a:avLst>
              <a:gd fmla="val 4573"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19" name="Google Shape;219;p32"/>
          <p:cNvSpPr/>
          <p:nvPr/>
        </p:nvSpPr>
        <p:spPr>
          <a:xfrm>
            <a:off x="4658657" y="2597060"/>
            <a:ext cx="303878" cy="303878"/>
          </a:xfrm>
          <a:prstGeom prst="roundRect">
            <a:avLst>
              <a:gd fmla="val 2256604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20" name="Google Shape;220;p32"/>
          <p:cNvPicPr preferRelativeResize="0"/>
          <p:nvPr/>
        </p:nvPicPr>
        <p:blipFill rotWithShape="1">
          <a:blip r:embed="rId6">
            <a:alphaModFix/>
          </a:blip>
          <a:srcRect b="0" l="0" r="0" t="0"/>
          <a:stretch/>
        </p:blipFill>
        <p:spPr>
          <a:xfrm>
            <a:off x="4742238" y="2680552"/>
            <a:ext cx="136714" cy="136714"/>
          </a:xfrm>
          <a:prstGeom prst="rect">
            <a:avLst/>
          </a:prstGeom>
          <a:noFill/>
          <a:ln>
            <a:noFill/>
          </a:ln>
        </p:spPr>
      </p:pic>
      <p:sp>
        <p:nvSpPr>
          <p:cNvPr id="221" name="Google Shape;221;p32"/>
          <p:cNvSpPr/>
          <p:nvPr/>
        </p:nvSpPr>
        <p:spPr>
          <a:xfrm>
            <a:off x="4658657" y="2969874"/>
            <a:ext cx="1329542" cy="166181"/>
          </a:xfrm>
          <a:prstGeom prst="rect">
            <a:avLst/>
          </a:prstGeom>
          <a:noFill/>
          <a:ln>
            <a:noFill/>
          </a:ln>
        </p:spPr>
        <p:txBody>
          <a:bodyPr anchorCtr="0" anchor="t" bIns="0" lIns="0" spcFirstLastPara="1" rIns="0" wrap="square" tIns="0">
            <a:noAutofit/>
          </a:bodyPr>
          <a:lstStyle/>
          <a:p>
            <a:pPr indent="0" lvl="0" marL="0" marR="0" rtl="0" algn="l">
              <a:lnSpc>
                <a:spcPct val="125925"/>
              </a:lnSpc>
              <a:spcBef>
                <a:spcPts val="0"/>
              </a:spcBef>
              <a:spcAft>
                <a:spcPts val="0"/>
              </a:spcAft>
              <a:buClr>
                <a:srgbClr val="111D51"/>
              </a:buClr>
              <a:buSzPts val="1000"/>
              <a:buFont typeface="Times New Roman"/>
              <a:buNone/>
            </a:pPr>
            <a:r>
              <a:rPr b="1" i="0" lang="en-GB" sz="1000" u="none" cap="none" strike="noStrike">
                <a:solidFill>
                  <a:srgbClr val="111D51"/>
                </a:solidFill>
                <a:latin typeface="Times New Roman"/>
                <a:ea typeface="Times New Roman"/>
                <a:cs typeface="Times New Roman"/>
                <a:sym typeface="Times New Roman"/>
              </a:rPr>
              <a:t>Broken Street Lights</a:t>
            </a:r>
            <a:endParaRPr b="0" i="0" sz="1000" u="none" cap="none" strike="noStrike">
              <a:solidFill>
                <a:srgbClr val="111D51"/>
              </a:solidFill>
              <a:latin typeface="Times New Roman"/>
              <a:ea typeface="Times New Roman"/>
              <a:cs typeface="Times New Roman"/>
              <a:sym typeface="Times New Roman"/>
            </a:endParaRPr>
          </a:p>
        </p:txBody>
      </p:sp>
      <p:sp>
        <p:nvSpPr>
          <p:cNvPr id="222" name="Google Shape;222;p32"/>
          <p:cNvSpPr/>
          <p:nvPr/>
        </p:nvSpPr>
        <p:spPr>
          <a:xfrm>
            <a:off x="4658657" y="3177400"/>
            <a:ext cx="3745736" cy="136088"/>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11D51"/>
              </a:buClr>
              <a:buSzPts val="800"/>
              <a:buFont typeface="Times New Roman"/>
              <a:buNone/>
            </a:pPr>
            <a:r>
              <a:rPr b="0" i="0" lang="en-GB" sz="800" u="none" cap="none" strike="noStrike">
                <a:solidFill>
                  <a:srgbClr val="111D51"/>
                </a:solidFill>
                <a:latin typeface="Times New Roman"/>
                <a:ea typeface="Times New Roman"/>
                <a:cs typeface="Times New Roman"/>
                <a:sym typeface="Times New Roman"/>
              </a:rPr>
              <a:t>Compromised safety and security in neighborhoods after dark</a:t>
            </a:r>
            <a:endParaRPr b="0" i="0" sz="800" u="none" cap="none" strike="noStrike">
              <a:solidFill>
                <a:srgbClr val="111D51"/>
              </a:solidFill>
              <a:latin typeface="Times New Roman"/>
              <a:ea typeface="Times New Roman"/>
              <a:cs typeface="Times New Roman"/>
              <a:sym typeface="Times New Roman"/>
            </a:endParaRPr>
          </a:p>
        </p:txBody>
      </p:sp>
      <p:sp>
        <p:nvSpPr>
          <p:cNvPr id="223" name="Google Shape;223;p32"/>
          <p:cNvSpPr/>
          <p:nvPr/>
        </p:nvSpPr>
        <p:spPr>
          <a:xfrm>
            <a:off x="528848" y="3521375"/>
            <a:ext cx="2850000" cy="256200"/>
          </a:xfrm>
          <a:prstGeom prst="rect">
            <a:avLst/>
          </a:prstGeom>
          <a:noFill/>
          <a:ln>
            <a:noFill/>
          </a:ln>
        </p:spPr>
        <p:txBody>
          <a:bodyPr anchorCtr="0" anchor="t" bIns="0" lIns="0" spcFirstLastPara="1" rIns="0" wrap="square" tIns="0">
            <a:noAutofit/>
          </a:bodyPr>
          <a:lstStyle/>
          <a:p>
            <a:pPr indent="0" lvl="0" marL="0" marR="0" rtl="0" algn="l">
              <a:lnSpc>
                <a:spcPct val="102500"/>
              </a:lnSpc>
              <a:spcBef>
                <a:spcPts val="0"/>
              </a:spcBef>
              <a:spcAft>
                <a:spcPts val="0"/>
              </a:spcAft>
              <a:buClr>
                <a:srgbClr val="F2F2F2"/>
              </a:buClr>
              <a:buSzPts val="1500"/>
              <a:buFont typeface="Times New Roman"/>
              <a:buNone/>
            </a:pPr>
            <a:r>
              <a:rPr b="1" i="0" lang="en-GB" sz="1500" u="none" cap="none" strike="noStrike">
                <a:solidFill>
                  <a:srgbClr val="F2F2F2"/>
                </a:solidFill>
                <a:latin typeface="Times New Roman"/>
                <a:ea typeface="Times New Roman"/>
                <a:cs typeface="Times New Roman"/>
                <a:sym typeface="Times New Roman"/>
              </a:rPr>
              <a:t>Current System Limitations</a:t>
            </a:r>
            <a:endParaRPr b="0" i="0" sz="1500" u="none" cap="none" strike="noStrike">
              <a:solidFill>
                <a:srgbClr val="F2F2F2"/>
              </a:solidFill>
              <a:latin typeface="Times New Roman"/>
              <a:ea typeface="Times New Roman"/>
              <a:cs typeface="Times New Roman"/>
              <a:sym typeface="Times New Roman"/>
            </a:endParaRPr>
          </a:p>
        </p:txBody>
      </p:sp>
      <p:sp>
        <p:nvSpPr>
          <p:cNvPr id="224" name="Google Shape;224;p32"/>
          <p:cNvSpPr/>
          <p:nvPr/>
        </p:nvSpPr>
        <p:spPr>
          <a:xfrm>
            <a:off x="528854" y="3824177"/>
            <a:ext cx="7988231" cy="699820"/>
          </a:xfrm>
          <a:prstGeom prst="rect">
            <a:avLst/>
          </a:prstGeom>
          <a:noFill/>
          <a:ln>
            <a:noFill/>
          </a:ln>
        </p:spPr>
        <p:txBody>
          <a:bodyPr anchorCtr="0" anchor="t" bIns="0" lIns="0" spcFirstLastPara="1" rIns="0" wrap="square" tIns="0">
            <a:noAutofit/>
          </a:bodyPr>
          <a:lstStyle/>
          <a:p>
            <a:pPr indent="0" lvl="0" marL="0" marR="0" rtl="0" algn="just">
              <a:lnSpc>
                <a:spcPct val="100000"/>
              </a:lnSpc>
              <a:spcBef>
                <a:spcPts val="0"/>
              </a:spcBef>
              <a:spcAft>
                <a:spcPts val="0"/>
              </a:spcAft>
              <a:buNone/>
            </a:pPr>
            <a:r>
              <a:rPr b="0" i="0" lang="en-GB" sz="1100" u="none" cap="none" strike="noStrike">
                <a:solidFill>
                  <a:srgbClr val="F2F2F2"/>
                </a:solidFill>
                <a:latin typeface="Times New Roman"/>
                <a:ea typeface="Times New Roman"/>
                <a:cs typeface="Times New Roman"/>
                <a:sym typeface="Times New Roman"/>
              </a:rPr>
              <a:t>The existing complaint systems suffer from critical gaps that hinder effective civic management. Citizens often remain unaware of proper channels to report issues, leading to complaints that never reach the right authorities. When complaints do get submitted, they take excessive time to reach municipal departments due to manual routing processes. The absence of real-time monitoring prevents citizens from tracking progress, and the lack of transparency between citizens and authorities creates mistrust and frustration.</a:t>
            </a:r>
            <a:endParaRPr b="0" i="0" sz="1100" u="none" cap="none" strike="noStrike">
              <a:solidFill>
                <a:srgbClr val="F2F2F2"/>
              </a:solidFill>
              <a:latin typeface="Times New Roman"/>
              <a:ea typeface="Times New Roman"/>
              <a:cs typeface="Times New Roman"/>
              <a:sym typeface="Times New Roman"/>
            </a:endParaRPr>
          </a:p>
        </p:txBody>
      </p:sp>
      <p:sp>
        <p:nvSpPr>
          <p:cNvPr id="225" name="Google Shape;225;p32"/>
          <p:cNvSpPr/>
          <p:nvPr/>
        </p:nvSpPr>
        <p:spPr>
          <a:xfrm>
            <a:off x="523139" y="4542392"/>
            <a:ext cx="7988231" cy="342900"/>
          </a:xfrm>
          <a:prstGeom prst="roundRect">
            <a:avLst>
              <a:gd fmla="val 12408" name="adj"/>
            </a:avLst>
          </a:prstGeom>
          <a:solidFill>
            <a:srgbClr val="B3E5FF"/>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26" name="Google Shape;226;p32"/>
          <p:cNvPicPr preferRelativeResize="0"/>
          <p:nvPr/>
        </p:nvPicPr>
        <p:blipFill rotWithShape="1">
          <a:blip r:embed="rId7">
            <a:alphaModFix/>
          </a:blip>
          <a:srcRect b="0" l="0" r="0" t="0"/>
          <a:stretch/>
        </p:blipFill>
        <p:spPr>
          <a:xfrm>
            <a:off x="650387" y="4654013"/>
            <a:ext cx="126623" cy="101263"/>
          </a:xfrm>
          <a:prstGeom prst="rect">
            <a:avLst/>
          </a:prstGeom>
          <a:noFill/>
          <a:ln>
            <a:noFill/>
          </a:ln>
        </p:spPr>
      </p:pic>
      <p:sp>
        <p:nvSpPr>
          <p:cNvPr id="227" name="Google Shape;227;p32"/>
          <p:cNvSpPr/>
          <p:nvPr/>
        </p:nvSpPr>
        <p:spPr>
          <a:xfrm>
            <a:off x="852288" y="4636601"/>
            <a:ext cx="7557820" cy="136088"/>
          </a:xfrm>
          <a:prstGeom prst="rect">
            <a:avLst/>
          </a:prstGeom>
          <a:noFill/>
          <a:ln>
            <a:noFill/>
          </a:ln>
        </p:spPr>
        <p:txBody>
          <a:bodyPr anchorCtr="0" anchor="t" bIns="0" lIns="0" spcFirstLastPara="1" rIns="0" wrap="square" tIns="0">
            <a:noAutofit/>
          </a:bodyPr>
          <a:lstStyle/>
          <a:p>
            <a:pPr indent="0" lvl="0" marL="0" marR="0" rtl="0" algn="l">
              <a:lnSpc>
                <a:spcPct val="133333"/>
              </a:lnSpc>
              <a:spcBef>
                <a:spcPts val="0"/>
              </a:spcBef>
              <a:spcAft>
                <a:spcPts val="0"/>
              </a:spcAft>
              <a:buClr>
                <a:srgbClr val="111D51"/>
              </a:buClr>
              <a:buSzPts val="800"/>
              <a:buFont typeface="Times New Roman"/>
              <a:buNone/>
            </a:pPr>
            <a:r>
              <a:rPr b="1" i="0" lang="en-GB" sz="800" u="none" cap="none" strike="noStrike">
                <a:solidFill>
                  <a:srgbClr val="111D51"/>
                </a:solidFill>
                <a:latin typeface="Times New Roman"/>
                <a:ea typeface="Times New Roman"/>
                <a:cs typeface="Times New Roman"/>
                <a:sym typeface="Times New Roman"/>
              </a:rPr>
              <a:t>The Result:</a:t>
            </a:r>
            <a:r>
              <a:rPr b="0" i="0" lang="en-GB" sz="800" u="none" cap="none" strike="noStrike">
                <a:solidFill>
                  <a:srgbClr val="111D51"/>
                </a:solidFill>
                <a:latin typeface="Times New Roman"/>
                <a:ea typeface="Times New Roman"/>
                <a:cs typeface="Times New Roman"/>
                <a:sym typeface="Times New Roman"/>
              </a:rPr>
              <a:t> Poor civic infrastructure, delayed response times, and deteriorating urban living conditions that affect quality of life for millions of residents.</a:t>
            </a:r>
            <a:endParaRPr b="0" i="0" sz="800" u="none" cap="none" strike="noStrike">
              <a:solidFill>
                <a:srgbClr val="111D5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p:nvPr/>
        </p:nvSpPr>
        <p:spPr>
          <a:xfrm>
            <a:off x="302624" y="160108"/>
            <a:ext cx="3705452" cy="488454"/>
          </a:xfrm>
          <a:prstGeom prst="rect">
            <a:avLst/>
          </a:prstGeom>
          <a:noFill/>
          <a:ln>
            <a:noFill/>
          </a:ln>
        </p:spPr>
        <p:txBody>
          <a:bodyPr anchorCtr="0" anchor="t" bIns="0" lIns="0" spcFirstLastPara="1" rIns="0" wrap="square" tIns="0">
            <a:noAutofit/>
          </a:bodyPr>
          <a:lstStyle/>
          <a:p>
            <a:pPr indent="0" lvl="0" marL="0" marR="0" rtl="0" algn="l">
              <a:lnSpc>
                <a:spcPct val="141666"/>
              </a:lnSpc>
              <a:spcBef>
                <a:spcPts val="0"/>
              </a:spcBef>
              <a:spcAft>
                <a:spcPts val="0"/>
              </a:spcAft>
              <a:buClr>
                <a:srgbClr val="F2F2F2"/>
              </a:buClr>
              <a:buSzPts val="2700"/>
              <a:buFont typeface="Times New Roman"/>
              <a:buNone/>
            </a:pPr>
            <a:r>
              <a:rPr b="1" i="0" lang="en-GB" sz="2700" u="none" cap="none" strike="noStrike">
                <a:solidFill>
                  <a:srgbClr val="F2F2F2"/>
                </a:solidFill>
                <a:latin typeface="Times New Roman"/>
                <a:ea typeface="Times New Roman"/>
                <a:cs typeface="Times New Roman"/>
                <a:sym typeface="Times New Roman"/>
              </a:rPr>
              <a:t>Our Solution: SCMSC</a:t>
            </a:r>
            <a:endParaRPr b="0" i="0" sz="2700" u="none" cap="none" strike="noStrike">
              <a:solidFill>
                <a:srgbClr val="F2F2F2"/>
              </a:solidFill>
              <a:latin typeface="Times New Roman"/>
              <a:ea typeface="Times New Roman"/>
              <a:cs typeface="Times New Roman"/>
              <a:sym typeface="Times New Roman"/>
            </a:endParaRPr>
          </a:p>
        </p:txBody>
      </p:sp>
      <p:sp>
        <p:nvSpPr>
          <p:cNvPr id="233" name="Google Shape;233;p33"/>
          <p:cNvSpPr/>
          <p:nvPr/>
        </p:nvSpPr>
        <p:spPr>
          <a:xfrm>
            <a:off x="302625" y="708025"/>
            <a:ext cx="6670800" cy="293100"/>
          </a:xfrm>
          <a:prstGeom prst="rect">
            <a:avLst/>
          </a:prstGeom>
          <a:noFill/>
          <a:ln>
            <a:noFill/>
          </a:ln>
        </p:spPr>
        <p:txBody>
          <a:bodyPr anchorCtr="0" anchor="t" bIns="0" lIns="0" spcFirstLastPara="1" rIns="0" wrap="square" tIns="0">
            <a:noAutofit/>
          </a:bodyPr>
          <a:lstStyle/>
          <a:p>
            <a:pPr indent="0" lvl="0" marL="0" marR="0" rtl="0" algn="l">
              <a:lnSpc>
                <a:spcPct val="108928"/>
              </a:lnSpc>
              <a:spcBef>
                <a:spcPts val="0"/>
              </a:spcBef>
              <a:spcAft>
                <a:spcPts val="0"/>
              </a:spcAft>
              <a:buClr>
                <a:srgbClr val="F2F2F2"/>
              </a:buClr>
              <a:buSzPts val="2100"/>
              <a:buFont typeface="Times New Roman"/>
              <a:buNone/>
            </a:pPr>
            <a:r>
              <a:rPr b="1" i="0" lang="en-GB" sz="2100" u="none" cap="none" strike="noStrike">
                <a:solidFill>
                  <a:srgbClr val="F2F2F2"/>
                </a:solidFill>
                <a:latin typeface="Times New Roman"/>
                <a:ea typeface="Times New Roman"/>
                <a:cs typeface="Times New Roman"/>
                <a:sym typeface="Times New Roman"/>
              </a:rPr>
              <a:t>Transforming Citizen-Government Communication</a:t>
            </a:r>
            <a:endParaRPr b="0" i="0" sz="2100" u="none" cap="none" strike="noStrike">
              <a:solidFill>
                <a:srgbClr val="F2F2F2"/>
              </a:solidFill>
              <a:latin typeface="Times New Roman"/>
              <a:ea typeface="Times New Roman"/>
              <a:cs typeface="Times New Roman"/>
              <a:sym typeface="Times New Roman"/>
            </a:endParaRPr>
          </a:p>
        </p:txBody>
      </p:sp>
      <p:sp>
        <p:nvSpPr>
          <p:cNvPr id="234" name="Google Shape;234;p33"/>
          <p:cNvSpPr/>
          <p:nvPr/>
        </p:nvSpPr>
        <p:spPr>
          <a:xfrm>
            <a:off x="302624" y="1168447"/>
            <a:ext cx="7410905" cy="476309"/>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F2F2F2"/>
              </a:buClr>
              <a:buSzPts val="1400"/>
              <a:buFont typeface="Times New Roman"/>
              <a:buNone/>
            </a:pPr>
            <a:r>
              <a:rPr b="0" i="0" lang="en-GB" sz="1400" u="none" cap="none" strike="noStrike">
                <a:solidFill>
                  <a:srgbClr val="F2F2F2"/>
                </a:solidFill>
                <a:latin typeface="Times New Roman"/>
                <a:ea typeface="Times New Roman"/>
                <a:cs typeface="Times New Roman"/>
                <a:sym typeface="Times New Roman"/>
              </a:rPr>
              <a:t>We developed the </a:t>
            </a:r>
            <a:r>
              <a:rPr b="1" i="0" lang="en-GB" sz="1400" u="none" cap="none" strike="noStrike">
                <a:solidFill>
                  <a:srgbClr val="F2F2F2"/>
                </a:solidFill>
                <a:latin typeface="Times New Roman"/>
                <a:ea typeface="Times New Roman"/>
                <a:cs typeface="Times New Roman"/>
                <a:sym typeface="Times New Roman"/>
              </a:rPr>
              <a:t>Smart Civic Complaint Management System (SCMSC)</a:t>
            </a:r>
            <a:r>
              <a:rPr b="0" i="0" lang="en-GB" sz="1400" u="none" cap="none" strike="noStrike">
                <a:solidFill>
                  <a:srgbClr val="F2F2F2"/>
                </a:solidFill>
                <a:latin typeface="Times New Roman"/>
                <a:ea typeface="Times New Roman"/>
                <a:cs typeface="Times New Roman"/>
                <a:sym typeface="Times New Roman"/>
              </a:rPr>
              <a:t> to bridge the gap between citizens and municipal authorities through intelligent, real-time technology.</a:t>
            </a:r>
            <a:endParaRPr b="0" i="0" sz="1400" u="none" cap="none" strike="noStrike">
              <a:solidFill>
                <a:srgbClr val="F2F2F2"/>
              </a:solidFill>
              <a:latin typeface="Times New Roman"/>
              <a:ea typeface="Times New Roman"/>
              <a:cs typeface="Times New Roman"/>
              <a:sym typeface="Times New Roman"/>
            </a:endParaRPr>
          </a:p>
        </p:txBody>
      </p:sp>
      <p:sp>
        <p:nvSpPr>
          <p:cNvPr id="235" name="Google Shape;235;p33"/>
          <p:cNvSpPr/>
          <p:nvPr/>
        </p:nvSpPr>
        <p:spPr>
          <a:xfrm>
            <a:off x="302624" y="1925686"/>
            <a:ext cx="3912538" cy="1940778"/>
          </a:xfrm>
          <a:prstGeom prst="roundRect">
            <a:avLst>
              <a:gd fmla="val 5522" name="adj"/>
            </a:avLst>
          </a:prstGeom>
          <a:solidFill>
            <a:srgbClr val="007EBD">
              <a:alpha val="9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236" name="Google Shape;236;p33"/>
          <p:cNvSpPr/>
          <p:nvPr/>
        </p:nvSpPr>
        <p:spPr>
          <a:xfrm>
            <a:off x="528231" y="2025072"/>
            <a:ext cx="1480138" cy="2442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For Citizens</a:t>
            </a:r>
            <a:endParaRPr sz="1500">
              <a:solidFill>
                <a:srgbClr val="F2F2F2"/>
              </a:solidFill>
              <a:latin typeface="Times New Roman"/>
              <a:ea typeface="Times New Roman"/>
              <a:cs typeface="Times New Roman"/>
              <a:sym typeface="Times New Roman"/>
            </a:endParaRPr>
          </a:p>
        </p:txBody>
      </p:sp>
      <p:sp>
        <p:nvSpPr>
          <p:cNvPr id="237" name="Google Shape;237;p33"/>
          <p:cNvSpPr/>
          <p:nvPr/>
        </p:nvSpPr>
        <p:spPr>
          <a:xfrm>
            <a:off x="314727" y="2367803"/>
            <a:ext cx="4030200" cy="1347000"/>
          </a:xfrm>
          <a:prstGeom prst="rect">
            <a:avLst/>
          </a:prstGeom>
          <a:noFill/>
          <a:ln>
            <a:noFill/>
          </a:ln>
        </p:spPr>
        <p:txBody>
          <a:bodyPr anchorCtr="0" anchor="t" bIns="0" lIns="0" spcFirstLastPara="1" rIns="0" wrap="square" tIns="0">
            <a:noAutofit/>
          </a:bodyPr>
          <a:lstStyle/>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Report civic issues instantly with photo evidence</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Automatic GPS location detection eliminates manual entry</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Track complaint status in real-time through intuitive</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 dashboard</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View complaint locations on interactive city map</a:t>
            </a:r>
            <a:endParaRPr sz="1200">
              <a:solidFill>
                <a:srgbClr val="F2F2F2"/>
              </a:solidFill>
              <a:latin typeface="Times New Roman"/>
              <a:ea typeface="Times New Roman"/>
              <a:cs typeface="Times New Roman"/>
              <a:sym typeface="Times New Roman"/>
            </a:endParaRPr>
          </a:p>
        </p:txBody>
      </p:sp>
      <p:sp>
        <p:nvSpPr>
          <p:cNvPr id="238" name="Google Shape;238;p33"/>
          <p:cNvSpPr/>
          <p:nvPr/>
        </p:nvSpPr>
        <p:spPr>
          <a:xfrm>
            <a:off x="302624" y="3976209"/>
            <a:ext cx="7410905" cy="714464"/>
          </a:xfrm>
          <a:prstGeom prst="rect">
            <a:avLst/>
          </a:prstGeom>
          <a:noFill/>
          <a:ln>
            <a:noFill/>
          </a:ln>
        </p:spPr>
        <p:txBody>
          <a:bodyPr anchorCtr="0" anchor="t" bIns="0" lIns="0" spcFirstLastPara="1" rIns="0" wrap="square" tIns="0">
            <a:noAutofit/>
          </a:bodyPr>
          <a:lstStyle/>
          <a:p>
            <a:pPr indent="0" lvl="0" marL="0" marR="0" rtl="0" algn="l">
              <a:lnSpc>
                <a:spcPct val="138888"/>
              </a:lnSpc>
              <a:spcBef>
                <a:spcPts val="0"/>
              </a:spcBef>
              <a:spcAft>
                <a:spcPts val="0"/>
              </a:spcAft>
              <a:buClr>
                <a:srgbClr val="F2F2F2"/>
              </a:buClr>
              <a:buSzPts val="1400"/>
              <a:buFont typeface="Times New Roman"/>
              <a:buNone/>
            </a:pPr>
            <a:r>
              <a:rPr lang="en-GB" sz="1400">
                <a:solidFill>
                  <a:srgbClr val="F2F2F2"/>
                </a:solidFill>
                <a:latin typeface="Times New Roman"/>
                <a:ea typeface="Times New Roman"/>
                <a:cs typeface="Times New Roman"/>
                <a:sym typeface="Times New Roman"/>
              </a:rPr>
              <a:t>This platform enables seamless, faster communication between citizens and authorities, ensuring civic issues receive prompt attention and resolution. By digitizing the complaint management process and adding intelligent automation, SCMSC transforms how cities respond to civic concerns.</a:t>
            </a:r>
            <a:endParaRPr sz="1400">
              <a:solidFill>
                <a:srgbClr val="F2F2F2"/>
              </a:solidFill>
              <a:latin typeface="Times New Roman"/>
              <a:ea typeface="Times New Roman"/>
              <a:cs typeface="Times New Roman"/>
              <a:sym typeface="Times New Roman"/>
            </a:endParaRPr>
          </a:p>
        </p:txBody>
      </p:sp>
      <p:sp>
        <p:nvSpPr>
          <p:cNvPr id="239" name="Google Shape;239;p33"/>
          <p:cNvSpPr/>
          <p:nvPr/>
        </p:nvSpPr>
        <p:spPr>
          <a:xfrm>
            <a:off x="4498952" y="1925686"/>
            <a:ext cx="4424811" cy="1940778"/>
          </a:xfrm>
          <a:prstGeom prst="roundRect">
            <a:avLst>
              <a:gd fmla="val 5522" name="adj"/>
            </a:avLst>
          </a:prstGeom>
          <a:solidFill>
            <a:srgbClr val="007EBD">
              <a:alpha val="94901"/>
            </a:srgbClr>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lt1"/>
              </a:solidFill>
              <a:latin typeface="Calibri"/>
              <a:ea typeface="Calibri"/>
              <a:cs typeface="Calibri"/>
              <a:sym typeface="Calibri"/>
            </a:endParaRPr>
          </a:p>
        </p:txBody>
      </p:sp>
      <p:sp>
        <p:nvSpPr>
          <p:cNvPr id="240" name="Google Shape;240;p33"/>
          <p:cNvSpPr/>
          <p:nvPr/>
        </p:nvSpPr>
        <p:spPr>
          <a:xfrm>
            <a:off x="4698397" y="2062310"/>
            <a:ext cx="1410747" cy="244227"/>
          </a:xfrm>
          <a:prstGeom prst="rect">
            <a:avLst/>
          </a:prstGeom>
          <a:noFill/>
          <a:ln>
            <a:noFill/>
          </a:ln>
        </p:spPr>
        <p:txBody>
          <a:bodyPr anchorCtr="0" anchor="t" bIns="0" lIns="0" spcFirstLastPara="1" rIns="0" wrap="square" tIns="0">
            <a:noAutofit/>
          </a:bodyPr>
          <a:lstStyle/>
          <a:p>
            <a:pPr indent="0" lvl="0" marL="0" marR="0" rtl="0" algn="l">
              <a:lnSpc>
                <a:spcPct val="12439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For Authorities</a:t>
            </a:r>
            <a:endParaRPr sz="1500">
              <a:solidFill>
                <a:srgbClr val="F2F2F2"/>
              </a:solidFill>
              <a:latin typeface="Times New Roman"/>
              <a:ea typeface="Times New Roman"/>
              <a:cs typeface="Times New Roman"/>
              <a:sym typeface="Times New Roman"/>
            </a:endParaRPr>
          </a:p>
        </p:txBody>
      </p:sp>
      <p:sp>
        <p:nvSpPr>
          <p:cNvPr id="241" name="Google Shape;241;p33"/>
          <p:cNvSpPr/>
          <p:nvPr/>
        </p:nvSpPr>
        <p:spPr>
          <a:xfrm>
            <a:off x="4698397" y="2416449"/>
            <a:ext cx="4129514" cy="1346954"/>
          </a:xfrm>
          <a:prstGeom prst="rect">
            <a:avLst/>
          </a:prstGeom>
          <a:noFill/>
          <a:ln>
            <a:noFill/>
          </a:ln>
        </p:spPr>
        <p:txBody>
          <a:bodyPr anchorCtr="0" anchor="t" bIns="0" lIns="0" spcFirstLastPara="1" rIns="0" wrap="square" tIns="0">
            <a:noAutofit/>
          </a:bodyPr>
          <a:lstStyle/>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Filter and manage issues by category, location, and priority</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Monitor all complaints on comprehensive map interface</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Update status through three-stage workflow (New → In Progress → Resolved)</a:t>
            </a:r>
            <a:endParaRPr sz="1200">
              <a:solidFill>
                <a:srgbClr val="F2F2F2"/>
              </a:solidFill>
              <a:latin typeface="Times New Roman"/>
              <a:ea typeface="Times New Roman"/>
              <a:cs typeface="Times New Roman"/>
              <a:sym typeface="Times New Roman"/>
            </a:endParaRPr>
          </a:p>
          <a:p>
            <a:pPr indent="-254000" lvl="0" marL="254000" marR="0" rtl="0" algn="l">
              <a:lnSpc>
                <a:spcPct val="161290"/>
              </a:lnSpc>
              <a:spcBef>
                <a:spcPts val="0"/>
              </a:spcBef>
              <a:spcAft>
                <a:spcPts val="0"/>
              </a:spcAft>
              <a:buClr>
                <a:srgbClr val="F2F2F2"/>
              </a:buClr>
              <a:buSzPts val="1200"/>
              <a:buFont typeface="Times New Roman"/>
              <a:buChar char="•"/>
            </a:pPr>
            <a:r>
              <a:rPr lang="en-GB" sz="1200">
                <a:solidFill>
                  <a:srgbClr val="F2F2F2"/>
                </a:solidFill>
                <a:latin typeface="Times New Roman"/>
                <a:ea typeface="Times New Roman"/>
                <a:cs typeface="Times New Roman"/>
                <a:sym typeface="Times New Roman"/>
              </a:rPr>
              <a:t>Analyze trends and patterns for data-driven decision making</a:t>
            </a:r>
            <a:endParaRPr sz="1200">
              <a:solidFill>
                <a:srgbClr val="F2F2F2"/>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5" name="Shape 245"/>
        <p:cNvGrpSpPr/>
        <p:nvPr/>
      </p:nvGrpSpPr>
      <p:grpSpPr>
        <a:xfrm>
          <a:off x="0" y="0"/>
          <a:ext cx="0" cy="0"/>
          <a:chOff x="0" y="0"/>
          <a:chExt cx="0" cy="0"/>
        </a:xfrm>
      </p:grpSpPr>
      <p:sp>
        <p:nvSpPr>
          <p:cNvPr id="246" name="Google Shape;246;p34"/>
          <p:cNvSpPr/>
          <p:nvPr/>
        </p:nvSpPr>
        <p:spPr>
          <a:xfrm>
            <a:off x="239167" y="60485"/>
            <a:ext cx="3875127" cy="484436"/>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F2F2F2"/>
              </a:buClr>
              <a:buSzPts val="3000"/>
              <a:buFont typeface="Times New Roman"/>
              <a:buNone/>
            </a:pPr>
            <a:r>
              <a:rPr b="1" lang="en-GB" sz="3000">
                <a:solidFill>
                  <a:srgbClr val="F2F2F2"/>
                </a:solidFill>
                <a:latin typeface="Times New Roman"/>
                <a:ea typeface="Times New Roman"/>
                <a:cs typeface="Times New Roman"/>
                <a:sym typeface="Times New Roman"/>
              </a:rPr>
              <a:t>Key Features</a:t>
            </a:r>
            <a:endParaRPr sz="3000">
              <a:solidFill>
                <a:srgbClr val="F2F2F2"/>
              </a:solidFill>
              <a:latin typeface="Times New Roman"/>
              <a:ea typeface="Times New Roman"/>
              <a:cs typeface="Times New Roman"/>
              <a:sym typeface="Times New Roman"/>
            </a:endParaRPr>
          </a:p>
        </p:txBody>
      </p:sp>
      <p:sp>
        <p:nvSpPr>
          <p:cNvPr id="247" name="Google Shape;247;p34"/>
          <p:cNvSpPr/>
          <p:nvPr/>
        </p:nvSpPr>
        <p:spPr>
          <a:xfrm>
            <a:off x="239167" y="603410"/>
            <a:ext cx="4005411" cy="290661"/>
          </a:xfrm>
          <a:prstGeom prst="rect">
            <a:avLst/>
          </a:prstGeom>
          <a:noFill/>
          <a:ln>
            <a:noFill/>
          </a:ln>
        </p:spPr>
        <p:txBody>
          <a:bodyPr anchorCtr="0" anchor="t" bIns="0" lIns="0" spcFirstLastPara="1" rIns="0" wrap="square" tIns="0">
            <a:noAutofit/>
          </a:bodyPr>
          <a:lstStyle/>
          <a:p>
            <a:pPr indent="0" lvl="0" marL="0" marR="0" rtl="0" algn="l">
              <a:lnSpc>
                <a:spcPct val="127083"/>
              </a:lnSpc>
              <a:spcBef>
                <a:spcPts val="0"/>
              </a:spcBef>
              <a:spcAft>
                <a:spcPts val="0"/>
              </a:spcAft>
              <a:buClr>
                <a:srgbClr val="F2F2F2"/>
              </a:buClr>
              <a:buSzPts val="1800"/>
              <a:buFont typeface="Times New Roman"/>
              <a:buNone/>
            </a:pPr>
            <a:r>
              <a:rPr b="1" lang="en-GB" sz="1800">
                <a:solidFill>
                  <a:srgbClr val="F2F2F2"/>
                </a:solidFill>
                <a:latin typeface="Times New Roman"/>
                <a:ea typeface="Times New Roman"/>
                <a:cs typeface="Times New Roman"/>
                <a:sym typeface="Times New Roman"/>
              </a:rPr>
              <a:t>Comprehensive Platform Capabilities</a:t>
            </a:r>
            <a:endParaRPr sz="1800">
              <a:solidFill>
                <a:srgbClr val="F2F2F2"/>
              </a:solidFill>
              <a:latin typeface="Times New Roman"/>
              <a:ea typeface="Times New Roman"/>
              <a:cs typeface="Times New Roman"/>
              <a:sym typeface="Times New Roman"/>
            </a:endParaRPr>
          </a:p>
        </p:txBody>
      </p:sp>
      <p:pic>
        <p:nvPicPr>
          <p:cNvPr descr="preencoded.png" id="248" name="Google Shape;248;p34"/>
          <p:cNvPicPr preferRelativeResize="0"/>
          <p:nvPr/>
        </p:nvPicPr>
        <p:blipFill rotWithShape="1">
          <a:blip r:embed="rId3">
            <a:alphaModFix/>
          </a:blip>
          <a:srcRect b="0" l="0" r="0" t="0"/>
          <a:stretch/>
        </p:blipFill>
        <p:spPr>
          <a:xfrm>
            <a:off x="414799" y="1011184"/>
            <a:ext cx="1340168" cy="828229"/>
          </a:xfrm>
          <a:prstGeom prst="rect">
            <a:avLst/>
          </a:prstGeom>
          <a:noFill/>
          <a:ln>
            <a:noFill/>
          </a:ln>
        </p:spPr>
      </p:pic>
      <p:sp>
        <p:nvSpPr>
          <p:cNvPr id="249" name="Google Shape;249;p34"/>
          <p:cNvSpPr/>
          <p:nvPr/>
        </p:nvSpPr>
        <p:spPr>
          <a:xfrm>
            <a:off x="217695" y="1966838"/>
            <a:ext cx="2310735" cy="4843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Image-Based Complaint Reporting</a:t>
            </a:r>
            <a:endParaRPr sz="1500">
              <a:solidFill>
                <a:srgbClr val="F2F2F2"/>
              </a:solidFill>
              <a:latin typeface="Times New Roman"/>
              <a:ea typeface="Times New Roman"/>
              <a:cs typeface="Times New Roman"/>
              <a:sym typeface="Times New Roman"/>
            </a:endParaRPr>
          </a:p>
        </p:txBody>
      </p:sp>
      <p:sp>
        <p:nvSpPr>
          <p:cNvPr id="250" name="Google Shape;250;p34"/>
          <p:cNvSpPr/>
          <p:nvPr/>
        </p:nvSpPr>
        <p:spPr>
          <a:xfrm>
            <a:off x="217695" y="2538964"/>
            <a:ext cx="2184816" cy="1175593"/>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Citizens capture photo evidence directly through the app, ensuring documentation quality and authenticity of reported issues</a:t>
            </a:r>
            <a:endParaRPr sz="1100">
              <a:solidFill>
                <a:srgbClr val="F2F2F2"/>
              </a:solidFill>
              <a:latin typeface="Times New Roman"/>
              <a:ea typeface="Times New Roman"/>
              <a:cs typeface="Times New Roman"/>
              <a:sym typeface="Times New Roman"/>
            </a:endParaRPr>
          </a:p>
        </p:txBody>
      </p:sp>
      <p:pic>
        <p:nvPicPr>
          <p:cNvPr descr="preencoded.png" id="251" name="Google Shape;251;p34"/>
          <p:cNvPicPr preferRelativeResize="0"/>
          <p:nvPr/>
        </p:nvPicPr>
        <p:blipFill rotWithShape="1">
          <a:blip r:embed="rId4">
            <a:alphaModFix/>
          </a:blip>
          <a:srcRect b="0" l="0" r="0" t="0"/>
          <a:stretch/>
        </p:blipFill>
        <p:spPr>
          <a:xfrm>
            <a:off x="2774127" y="1011184"/>
            <a:ext cx="1340168" cy="828229"/>
          </a:xfrm>
          <a:prstGeom prst="rect">
            <a:avLst/>
          </a:prstGeom>
          <a:noFill/>
          <a:ln>
            <a:noFill/>
          </a:ln>
        </p:spPr>
      </p:pic>
      <p:sp>
        <p:nvSpPr>
          <p:cNvPr id="252" name="Google Shape;252;p34"/>
          <p:cNvSpPr/>
          <p:nvPr/>
        </p:nvSpPr>
        <p:spPr>
          <a:xfrm>
            <a:off x="2649238" y="1941881"/>
            <a:ext cx="2310735" cy="4843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Automatic Location Detection</a:t>
            </a:r>
            <a:endParaRPr sz="1500">
              <a:solidFill>
                <a:srgbClr val="F2F2F2"/>
              </a:solidFill>
              <a:latin typeface="Times New Roman"/>
              <a:ea typeface="Times New Roman"/>
              <a:cs typeface="Times New Roman"/>
              <a:sym typeface="Times New Roman"/>
            </a:endParaRPr>
          </a:p>
        </p:txBody>
      </p:sp>
      <p:sp>
        <p:nvSpPr>
          <p:cNvPr id="253" name="Google Shape;253;p34"/>
          <p:cNvSpPr/>
          <p:nvPr/>
        </p:nvSpPr>
        <p:spPr>
          <a:xfrm>
            <a:off x="2649238" y="2514006"/>
            <a:ext cx="2184816" cy="1175594"/>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GPS technology automatically captures precise coordinates, eliminating manual address entry and ensuring accurate issue placement</a:t>
            </a:r>
            <a:endParaRPr sz="1100">
              <a:solidFill>
                <a:srgbClr val="F2F2F2"/>
              </a:solidFill>
              <a:latin typeface="Times New Roman"/>
              <a:ea typeface="Times New Roman"/>
              <a:cs typeface="Times New Roman"/>
              <a:sym typeface="Times New Roman"/>
            </a:endParaRPr>
          </a:p>
        </p:txBody>
      </p:sp>
      <p:pic>
        <p:nvPicPr>
          <p:cNvPr descr="preencoded.png" id="254" name="Google Shape;254;p34"/>
          <p:cNvPicPr preferRelativeResize="0"/>
          <p:nvPr/>
        </p:nvPicPr>
        <p:blipFill rotWithShape="1">
          <a:blip r:embed="rId5">
            <a:alphaModFix/>
          </a:blip>
          <a:srcRect b="0" l="0" r="0" t="0"/>
          <a:stretch/>
        </p:blipFill>
        <p:spPr>
          <a:xfrm>
            <a:off x="5226577" y="1011183"/>
            <a:ext cx="1340168" cy="828229"/>
          </a:xfrm>
          <a:prstGeom prst="rect">
            <a:avLst/>
          </a:prstGeom>
          <a:noFill/>
          <a:ln>
            <a:noFill/>
          </a:ln>
        </p:spPr>
      </p:pic>
      <p:sp>
        <p:nvSpPr>
          <p:cNvPr id="255" name="Google Shape;255;p34"/>
          <p:cNvSpPr/>
          <p:nvPr/>
        </p:nvSpPr>
        <p:spPr>
          <a:xfrm>
            <a:off x="5226577" y="1941881"/>
            <a:ext cx="2310735" cy="484346"/>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Complaint Tracking Dashboard</a:t>
            </a:r>
            <a:endParaRPr sz="1500">
              <a:solidFill>
                <a:srgbClr val="F2F2F2"/>
              </a:solidFill>
              <a:latin typeface="Times New Roman"/>
              <a:ea typeface="Times New Roman"/>
              <a:cs typeface="Times New Roman"/>
              <a:sym typeface="Times New Roman"/>
            </a:endParaRPr>
          </a:p>
        </p:txBody>
      </p:sp>
      <p:sp>
        <p:nvSpPr>
          <p:cNvPr id="256" name="Google Shape;256;p34"/>
          <p:cNvSpPr/>
          <p:nvPr/>
        </p:nvSpPr>
        <p:spPr>
          <a:xfrm>
            <a:off x="5226577" y="2514006"/>
            <a:ext cx="1999414" cy="9404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Real-time status updates keep citizens informed about resolution progress with clear visual indicators</a:t>
            </a:r>
            <a:endParaRPr sz="1100">
              <a:solidFill>
                <a:srgbClr val="F2F2F2"/>
              </a:solidFill>
              <a:latin typeface="Times New Roman"/>
              <a:ea typeface="Times New Roman"/>
              <a:cs typeface="Times New Roman"/>
              <a:sym typeface="Times New Roman"/>
            </a:endParaRPr>
          </a:p>
        </p:txBody>
      </p:sp>
      <p:pic>
        <p:nvPicPr>
          <p:cNvPr descr="preencoded.png" id="257" name="Google Shape;257;p34"/>
          <p:cNvPicPr preferRelativeResize="0"/>
          <p:nvPr/>
        </p:nvPicPr>
        <p:blipFill rotWithShape="1">
          <a:blip r:embed="rId6">
            <a:alphaModFix/>
          </a:blip>
          <a:srcRect b="0" l="0" r="0" t="0"/>
          <a:stretch/>
        </p:blipFill>
        <p:spPr>
          <a:xfrm>
            <a:off x="7464260" y="1001469"/>
            <a:ext cx="1340257" cy="828318"/>
          </a:xfrm>
          <a:prstGeom prst="rect">
            <a:avLst/>
          </a:prstGeom>
          <a:noFill/>
          <a:ln>
            <a:noFill/>
          </a:ln>
        </p:spPr>
      </p:pic>
      <p:sp>
        <p:nvSpPr>
          <p:cNvPr id="258" name="Google Shape;258;p34"/>
          <p:cNvSpPr/>
          <p:nvPr/>
        </p:nvSpPr>
        <p:spPr>
          <a:xfrm>
            <a:off x="7360654" y="1986605"/>
            <a:ext cx="1443863" cy="24217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Interactive City Map</a:t>
            </a:r>
            <a:endParaRPr sz="1500">
              <a:solidFill>
                <a:srgbClr val="F2F2F2"/>
              </a:solidFill>
              <a:latin typeface="Times New Roman"/>
              <a:ea typeface="Times New Roman"/>
              <a:cs typeface="Times New Roman"/>
              <a:sym typeface="Times New Roman"/>
            </a:endParaRPr>
          </a:p>
        </p:txBody>
      </p:sp>
      <p:sp>
        <p:nvSpPr>
          <p:cNvPr id="259" name="Google Shape;259;p34"/>
          <p:cNvSpPr/>
          <p:nvPr/>
        </p:nvSpPr>
        <p:spPr>
          <a:xfrm>
            <a:off x="7360654" y="2316557"/>
            <a:ext cx="1722014" cy="940475"/>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Visual representation of all reported issues across the city, enabling spatial analysis of civic problems</a:t>
            </a:r>
            <a:endParaRPr sz="1100">
              <a:solidFill>
                <a:srgbClr val="F2F2F2"/>
              </a:solidFill>
              <a:latin typeface="Times New Roman"/>
              <a:ea typeface="Times New Roman"/>
              <a:cs typeface="Times New Roman"/>
              <a:sym typeface="Times New Roman"/>
            </a:endParaRPr>
          </a:p>
        </p:txBody>
      </p:sp>
      <p:sp>
        <p:nvSpPr>
          <p:cNvPr id="260" name="Google Shape;260;p34"/>
          <p:cNvSpPr/>
          <p:nvPr/>
        </p:nvSpPr>
        <p:spPr>
          <a:xfrm>
            <a:off x="217695" y="3689600"/>
            <a:ext cx="1937564" cy="24217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Admin Dashboard</a:t>
            </a:r>
            <a:endParaRPr sz="1500">
              <a:solidFill>
                <a:srgbClr val="F2F2F2"/>
              </a:solidFill>
              <a:latin typeface="Times New Roman"/>
              <a:ea typeface="Times New Roman"/>
              <a:cs typeface="Times New Roman"/>
              <a:sym typeface="Times New Roman"/>
            </a:endParaRPr>
          </a:p>
        </p:txBody>
      </p:sp>
      <p:sp>
        <p:nvSpPr>
          <p:cNvPr id="261" name="Google Shape;261;p34"/>
          <p:cNvSpPr/>
          <p:nvPr/>
        </p:nvSpPr>
        <p:spPr>
          <a:xfrm>
            <a:off x="217695" y="4078130"/>
            <a:ext cx="2667683" cy="70535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Centralized complaint management interface with category-based filtering and priority detection system</a:t>
            </a:r>
            <a:endParaRPr sz="1100">
              <a:solidFill>
                <a:srgbClr val="F2F2F2"/>
              </a:solidFill>
              <a:latin typeface="Times New Roman"/>
              <a:ea typeface="Times New Roman"/>
              <a:cs typeface="Times New Roman"/>
              <a:sym typeface="Times New Roman"/>
            </a:endParaRPr>
          </a:p>
        </p:txBody>
      </p:sp>
      <p:sp>
        <p:nvSpPr>
          <p:cNvPr id="262" name="Google Shape;262;p34"/>
          <p:cNvSpPr/>
          <p:nvPr/>
        </p:nvSpPr>
        <p:spPr>
          <a:xfrm>
            <a:off x="3460938" y="3689600"/>
            <a:ext cx="1937564" cy="24217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AI Classification</a:t>
            </a:r>
            <a:endParaRPr sz="1500">
              <a:solidFill>
                <a:srgbClr val="F2F2F2"/>
              </a:solidFill>
              <a:latin typeface="Times New Roman"/>
              <a:ea typeface="Times New Roman"/>
              <a:cs typeface="Times New Roman"/>
              <a:sym typeface="Times New Roman"/>
            </a:endParaRPr>
          </a:p>
        </p:txBody>
      </p:sp>
      <p:sp>
        <p:nvSpPr>
          <p:cNvPr id="263" name="Google Shape;263;p34"/>
          <p:cNvSpPr/>
          <p:nvPr/>
        </p:nvSpPr>
        <p:spPr>
          <a:xfrm>
            <a:off x="3464920" y="4078130"/>
            <a:ext cx="2667683" cy="70535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Machine learning automatically categorizes complaints by type, severity, and required department</a:t>
            </a:r>
            <a:endParaRPr sz="1100">
              <a:solidFill>
                <a:srgbClr val="F2F2F2"/>
              </a:solidFill>
              <a:latin typeface="Times New Roman"/>
              <a:ea typeface="Times New Roman"/>
              <a:cs typeface="Times New Roman"/>
              <a:sym typeface="Times New Roman"/>
            </a:endParaRPr>
          </a:p>
        </p:txBody>
      </p:sp>
      <p:sp>
        <p:nvSpPr>
          <p:cNvPr id="264" name="Google Shape;264;p34"/>
          <p:cNvSpPr/>
          <p:nvPr/>
        </p:nvSpPr>
        <p:spPr>
          <a:xfrm>
            <a:off x="6866953" y="3689600"/>
            <a:ext cx="1937563" cy="24217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Heatmap Analytics</a:t>
            </a:r>
            <a:endParaRPr sz="1500">
              <a:solidFill>
                <a:srgbClr val="F2F2F2"/>
              </a:solidFill>
              <a:latin typeface="Times New Roman"/>
              <a:ea typeface="Times New Roman"/>
              <a:cs typeface="Times New Roman"/>
              <a:sym typeface="Times New Roman"/>
            </a:endParaRPr>
          </a:p>
        </p:txBody>
      </p:sp>
      <p:sp>
        <p:nvSpPr>
          <p:cNvPr id="265" name="Google Shape;265;p34"/>
          <p:cNvSpPr/>
          <p:nvPr/>
        </p:nvSpPr>
        <p:spPr>
          <a:xfrm>
            <a:off x="6866953" y="4078130"/>
            <a:ext cx="2214573" cy="705356"/>
          </a:xfrm>
          <a:prstGeom prst="rect">
            <a:avLst/>
          </a:prstGeom>
          <a:noFill/>
          <a:ln>
            <a:noFill/>
          </a:ln>
        </p:spPr>
        <p:txBody>
          <a:bodyPr anchorCtr="0" anchor="t" bIns="0" lIns="0" spcFirstLastPara="1" rIns="0" wrap="square" tIns="0">
            <a:noAutofit/>
          </a:bodyPr>
          <a:lstStyle/>
          <a:p>
            <a:pPr indent="0" lvl="0" marL="0" marR="0" rtl="0" algn="l">
              <a:lnSpc>
                <a:spcPct val="163333"/>
              </a:lnSpc>
              <a:spcBef>
                <a:spcPts val="0"/>
              </a:spcBef>
              <a:spcAft>
                <a:spcPts val="0"/>
              </a:spcAft>
              <a:buClr>
                <a:srgbClr val="F2F2F2"/>
              </a:buClr>
              <a:buSzPts val="1100"/>
              <a:buFont typeface="Times New Roman"/>
              <a:buNone/>
            </a:pPr>
            <a:r>
              <a:rPr lang="en-GB" sz="1100">
                <a:solidFill>
                  <a:srgbClr val="F2F2F2"/>
                </a:solidFill>
                <a:latin typeface="Times New Roman"/>
                <a:ea typeface="Times New Roman"/>
                <a:cs typeface="Times New Roman"/>
                <a:sym typeface="Times New Roman"/>
              </a:rPr>
              <a:t>Visual heatmap identifies high-frequency problem areas for proactive city management</a:t>
            </a:r>
            <a:endParaRPr sz="1100">
              <a:solidFill>
                <a:srgbClr val="F2F2F2"/>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35"/>
          <p:cNvSpPr/>
          <p:nvPr/>
        </p:nvSpPr>
        <p:spPr>
          <a:xfrm>
            <a:off x="311251" y="101848"/>
            <a:ext cx="2131338" cy="266372"/>
          </a:xfrm>
          <a:prstGeom prst="rect">
            <a:avLst/>
          </a:prstGeom>
          <a:noFill/>
          <a:ln>
            <a:noFill/>
          </a:ln>
        </p:spPr>
        <p:txBody>
          <a:bodyPr anchorCtr="0" anchor="t" bIns="0" lIns="0" spcFirstLastPara="1" rIns="0" wrap="square" tIns="0">
            <a:noAutofit/>
          </a:bodyPr>
          <a:lstStyle/>
          <a:p>
            <a:pPr indent="0" lvl="0" marL="0" marR="0" rtl="0" algn="l">
              <a:lnSpc>
                <a:spcPct val="114583"/>
              </a:lnSpc>
              <a:spcBef>
                <a:spcPts val="0"/>
              </a:spcBef>
              <a:spcAft>
                <a:spcPts val="0"/>
              </a:spcAft>
              <a:buClr>
                <a:srgbClr val="F2F2F2"/>
              </a:buClr>
              <a:buSzPts val="1800"/>
              <a:buFont typeface="Times New Roman"/>
              <a:buNone/>
            </a:pPr>
            <a:r>
              <a:rPr b="1" lang="en-GB" sz="1800">
                <a:solidFill>
                  <a:srgbClr val="F2F2F2"/>
                </a:solidFill>
                <a:latin typeface="Times New Roman"/>
                <a:ea typeface="Times New Roman"/>
                <a:cs typeface="Times New Roman"/>
                <a:sym typeface="Times New Roman"/>
              </a:rPr>
              <a:t>System Architecture</a:t>
            </a:r>
            <a:endParaRPr sz="1800">
              <a:solidFill>
                <a:srgbClr val="F2F2F2"/>
              </a:solidFill>
              <a:latin typeface="Times New Roman"/>
              <a:ea typeface="Times New Roman"/>
              <a:cs typeface="Times New Roman"/>
              <a:sym typeface="Times New Roman"/>
            </a:endParaRPr>
          </a:p>
        </p:txBody>
      </p:sp>
      <p:sp>
        <p:nvSpPr>
          <p:cNvPr id="271" name="Google Shape;271;p35"/>
          <p:cNvSpPr/>
          <p:nvPr/>
        </p:nvSpPr>
        <p:spPr>
          <a:xfrm>
            <a:off x="311252" y="385901"/>
            <a:ext cx="1514297" cy="159841"/>
          </a:xfrm>
          <a:prstGeom prst="rect">
            <a:avLst/>
          </a:prstGeom>
          <a:noFill/>
          <a:ln>
            <a:noFill/>
          </a:ln>
        </p:spPr>
        <p:txBody>
          <a:bodyPr anchorCtr="0" anchor="t" bIns="0" lIns="0" spcFirstLastPara="1" rIns="0" wrap="square" tIns="0">
            <a:noAutofit/>
          </a:bodyPr>
          <a:lstStyle/>
          <a:p>
            <a:pPr indent="0" lvl="0" marL="0" marR="0" rtl="0" algn="l">
              <a:lnSpc>
                <a:spcPct val="103125"/>
              </a:lnSpc>
              <a:spcBef>
                <a:spcPts val="0"/>
              </a:spcBef>
              <a:spcAft>
                <a:spcPts val="0"/>
              </a:spcAft>
              <a:buClr>
                <a:srgbClr val="F2F2F2"/>
              </a:buClr>
              <a:buSzPts val="1200"/>
              <a:buFont typeface="Times New Roman"/>
              <a:buNone/>
            </a:pPr>
            <a:r>
              <a:rPr b="1" lang="en-GB" sz="1200">
                <a:solidFill>
                  <a:srgbClr val="F2F2F2"/>
                </a:solidFill>
                <a:latin typeface="Times New Roman"/>
                <a:ea typeface="Times New Roman"/>
                <a:cs typeface="Times New Roman"/>
                <a:sym typeface="Times New Roman"/>
              </a:rPr>
              <a:t>Modern Technology Stack</a:t>
            </a:r>
            <a:endParaRPr sz="1200">
              <a:solidFill>
                <a:srgbClr val="F2F2F2"/>
              </a:solidFill>
              <a:latin typeface="Times New Roman"/>
              <a:ea typeface="Times New Roman"/>
              <a:cs typeface="Times New Roman"/>
              <a:sym typeface="Times New Roman"/>
            </a:endParaRPr>
          </a:p>
        </p:txBody>
      </p:sp>
      <p:sp>
        <p:nvSpPr>
          <p:cNvPr id="272" name="Google Shape;272;p35"/>
          <p:cNvSpPr/>
          <p:nvPr/>
        </p:nvSpPr>
        <p:spPr>
          <a:xfrm>
            <a:off x="311251" y="612090"/>
            <a:ext cx="2104727" cy="948512"/>
          </a:xfrm>
          <a:prstGeom prst="roundRect">
            <a:avLst>
              <a:gd fmla="val 3595"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3" name="Google Shape;273;p35"/>
          <p:cNvSpPr/>
          <p:nvPr/>
        </p:nvSpPr>
        <p:spPr>
          <a:xfrm>
            <a:off x="398138" y="698976"/>
            <a:ext cx="243512" cy="243512"/>
          </a:xfrm>
          <a:prstGeom prst="roundRect">
            <a:avLst>
              <a:gd fmla="val 2816003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74" name="Google Shape;274;p35"/>
          <p:cNvPicPr preferRelativeResize="0"/>
          <p:nvPr/>
        </p:nvPicPr>
        <p:blipFill rotWithShape="1">
          <a:blip r:embed="rId3">
            <a:alphaModFix/>
          </a:blip>
          <a:srcRect b="0" l="0" r="0" t="0"/>
          <a:stretch/>
        </p:blipFill>
        <p:spPr>
          <a:xfrm>
            <a:off x="465110" y="765859"/>
            <a:ext cx="109568" cy="109568"/>
          </a:xfrm>
          <a:prstGeom prst="rect">
            <a:avLst/>
          </a:prstGeom>
          <a:noFill/>
          <a:ln>
            <a:noFill/>
          </a:ln>
        </p:spPr>
      </p:pic>
      <p:sp>
        <p:nvSpPr>
          <p:cNvPr id="275" name="Google Shape;275;p35"/>
          <p:cNvSpPr/>
          <p:nvPr/>
        </p:nvSpPr>
        <p:spPr>
          <a:xfrm>
            <a:off x="398138" y="986690"/>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Frontend</a:t>
            </a:r>
            <a:endParaRPr sz="800">
              <a:solidFill>
                <a:srgbClr val="111D51"/>
              </a:solidFill>
              <a:latin typeface="Times New Roman"/>
              <a:ea typeface="Times New Roman"/>
              <a:cs typeface="Times New Roman"/>
              <a:sym typeface="Times New Roman"/>
            </a:endParaRPr>
          </a:p>
        </p:txBody>
      </p:sp>
      <p:sp>
        <p:nvSpPr>
          <p:cNvPr id="276" name="Google Shape;276;p35"/>
          <p:cNvSpPr/>
          <p:nvPr/>
        </p:nvSpPr>
        <p:spPr>
          <a:xfrm>
            <a:off x="398138" y="1146353"/>
            <a:ext cx="1930956" cy="10028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React + Vite</a:t>
            </a:r>
            <a:endParaRPr sz="600">
              <a:solidFill>
                <a:srgbClr val="111D51"/>
              </a:solidFill>
              <a:latin typeface="Times New Roman"/>
              <a:ea typeface="Times New Roman"/>
              <a:cs typeface="Times New Roman"/>
              <a:sym typeface="Times New Roman"/>
            </a:endParaRPr>
          </a:p>
        </p:txBody>
      </p:sp>
      <p:sp>
        <p:nvSpPr>
          <p:cNvPr id="277" name="Google Shape;277;p35"/>
          <p:cNvSpPr/>
          <p:nvPr/>
        </p:nvSpPr>
        <p:spPr>
          <a:xfrm>
            <a:off x="398138" y="1273155"/>
            <a:ext cx="1930956" cy="20056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Modern, responsive user interface with fast rendering and component-based architecture</a:t>
            </a:r>
            <a:endParaRPr sz="600">
              <a:solidFill>
                <a:srgbClr val="111D51"/>
              </a:solidFill>
              <a:latin typeface="Times New Roman"/>
              <a:ea typeface="Times New Roman"/>
              <a:cs typeface="Times New Roman"/>
              <a:sym typeface="Times New Roman"/>
            </a:endParaRPr>
          </a:p>
        </p:txBody>
      </p:sp>
      <p:sp>
        <p:nvSpPr>
          <p:cNvPr id="278" name="Google Shape;278;p35"/>
          <p:cNvSpPr/>
          <p:nvPr/>
        </p:nvSpPr>
        <p:spPr>
          <a:xfrm>
            <a:off x="2460181" y="612090"/>
            <a:ext cx="2104727" cy="948512"/>
          </a:xfrm>
          <a:prstGeom prst="roundRect">
            <a:avLst>
              <a:gd fmla="val 3595"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79" name="Google Shape;279;p35"/>
          <p:cNvSpPr/>
          <p:nvPr/>
        </p:nvSpPr>
        <p:spPr>
          <a:xfrm>
            <a:off x="2547067" y="698976"/>
            <a:ext cx="243512" cy="243512"/>
          </a:xfrm>
          <a:prstGeom prst="roundRect">
            <a:avLst>
              <a:gd fmla="val 2816003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80" name="Google Shape;280;p35"/>
          <p:cNvPicPr preferRelativeResize="0"/>
          <p:nvPr/>
        </p:nvPicPr>
        <p:blipFill rotWithShape="1">
          <a:blip r:embed="rId4">
            <a:alphaModFix/>
          </a:blip>
          <a:srcRect b="0" l="0" r="0" t="0"/>
          <a:stretch/>
        </p:blipFill>
        <p:spPr>
          <a:xfrm>
            <a:off x="2614040" y="765859"/>
            <a:ext cx="109567" cy="109568"/>
          </a:xfrm>
          <a:prstGeom prst="rect">
            <a:avLst/>
          </a:prstGeom>
          <a:noFill/>
          <a:ln>
            <a:noFill/>
          </a:ln>
        </p:spPr>
      </p:pic>
      <p:sp>
        <p:nvSpPr>
          <p:cNvPr id="281" name="Google Shape;281;p35"/>
          <p:cNvSpPr/>
          <p:nvPr/>
        </p:nvSpPr>
        <p:spPr>
          <a:xfrm>
            <a:off x="2547067" y="986690"/>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Backend</a:t>
            </a:r>
            <a:endParaRPr sz="800">
              <a:solidFill>
                <a:srgbClr val="111D51"/>
              </a:solidFill>
              <a:latin typeface="Times New Roman"/>
              <a:ea typeface="Times New Roman"/>
              <a:cs typeface="Times New Roman"/>
              <a:sym typeface="Times New Roman"/>
            </a:endParaRPr>
          </a:p>
        </p:txBody>
      </p:sp>
      <p:sp>
        <p:nvSpPr>
          <p:cNvPr id="282" name="Google Shape;282;p35"/>
          <p:cNvSpPr/>
          <p:nvPr/>
        </p:nvSpPr>
        <p:spPr>
          <a:xfrm>
            <a:off x="2547067" y="1146353"/>
            <a:ext cx="1930956" cy="10028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Node.js + Express.js</a:t>
            </a:r>
            <a:endParaRPr sz="600">
              <a:solidFill>
                <a:srgbClr val="111D51"/>
              </a:solidFill>
              <a:latin typeface="Times New Roman"/>
              <a:ea typeface="Times New Roman"/>
              <a:cs typeface="Times New Roman"/>
              <a:sym typeface="Times New Roman"/>
            </a:endParaRPr>
          </a:p>
        </p:txBody>
      </p:sp>
      <p:sp>
        <p:nvSpPr>
          <p:cNvPr id="283" name="Google Shape;283;p35"/>
          <p:cNvSpPr/>
          <p:nvPr/>
        </p:nvSpPr>
        <p:spPr>
          <a:xfrm>
            <a:off x="2547067" y="1273155"/>
            <a:ext cx="1930956" cy="20056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Robust server-side framework handling API requests, business logic, and data processing</a:t>
            </a:r>
            <a:endParaRPr sz="600">
              <a:solidFill>
                <a:srgbClr val="111D51"/>
              </a:solidFill>
              <a:latin typeface="Times New Roman"/>
              <a:ea typeface="Times New Roman"/>
              <a:cs typeface="Times New Roman"/>
              <a:sym typeface="Times New Roman"/>
            </a:endParaRPr>
          </a:p>
        </p:txBody>
      </p:sp>
      <p:sp>
        <p:nvSpPr>
          <p:cNvPr id="284" name="Google Shape;284;p35"/>
          <p:cNvSpPr/>
          <p:nvPr/>
        </p:nvSpPr>
        <p:spPr>
          <a:xfrm>
            <a:off x="4609110" y="612090"/>
            <a:ext cx="2104817" cy="948512"/>
          </a:xfrm>
          <a:prstGeom prst="roundRect">
            <a:avLst>
              <a:gd fmla="val 3595"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85" name="Google Shape;285;p35"/>
          <p:cNvSpPr/>
          <p:nvPr/>
        </p:nvSpPr>
        <p:spPr>
          <a:xfrm>
            <a:off x="4695996" y="698976"/>
            <a:ext cx="243512" cy="243512"/>
          </a:xfrm>
          <a:prstGeom prst="roundRect">
            <a:avLst>
              <a:gd fmla="val 28160038"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286" name="Google Shape;286;p35"/>
          <p:cNvPicPr preferRelativeResize="0"/>
          <p:nvPr/>
        </p:nvPicPr>
        <p:blipFill rotWithShape="1">
          <a:blip r:embed="rId5">
            <a:alphaModFix/>
          </a:blip>
          <a:srcRect b="0" l="0" r="0" t="0"/>
          <a:stretch/>
        </p:blipFill>
        <p:spPr>
          <a:xfrm>
            <a:off x="4762969" y="765859"/>
            <a:ext cx="109568" cy="109568"/>
          </a:xfrm>
          <a:prstGeom prst="rect">
            <a:avLst/>
          </a:prstGeom>
          <a:noFill/>
          <a:ln>
            <a:noFill/>
          </a:ln>
        </p:spPr>
      </p:pic>
      <p:sp>
        <p:nvSpPr>
          <p:cNvPr id="287" name="Google Shape;287;p35"/>
          <p:cNvSpPr/>
          <p:nvPr/>
        </p:nvSpPr>
        <p:spPr>
          <a:xfrm>
            <a:off x="4695996" y="986690"/>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Database</a:t>
            </a:r>
            <a:endParaRPr sz="800">
              <a:solidFill>
                <a:srgbClr val="111D51"/>
              </a:solidFill>
              <a:latin typeface="Times New Roman"/>
              <a:ea typeface="Times New Roman"/>
              <a:cs typeface="Times New Roman"/>
              <a:sym typeface="Times New Roman"/>
            </a:endParaRPr>
          </a:p>
        </p:txBody>
      </p:sp>
      <p:sp>
        <p:nvSpPr>
          <p:cNvPr id="288" name="Google Shape;288;p35"/>
          <p:cNvSpPr/>
          <p:nvPr/>
        </p:nvSpPr>
        <p:spPr>
          <a:xfrm>
            <a:off x="4695996" y="1146353"/>
            <a:ext cx="1931045" cy="10028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MongoDB Atlas</a:t>
            </a:r>
            <a:endParaRPr sz="600">
              <a:solidFill>
                <a:srgbClr val="111D51"/>
              </a:solidFill>
              <a:latin typeface="Times New Roman"/>
              <a:ea typeface="Times New Roman"/>
              <a:cs typeface="Times New Roman"/>
              <a:sym typeface="Times New Roman"/>
            </a:endParaRPr>
          </a:p>
        </p:txBody>
      </p:sp>
      <p:sp>
        <p:nvSpPr>
          <p:cNvPr id="289" name="Google Shape;289;p35"/>
          <p:cNvSpPr/>
          <p:nvPr/>
        </p:nvSpPr>
        <p:spPr>
          <a:xfrm>
            <a:off x="4695996" y="1273155"/>
            <a:ext cx="1931045" cy="20056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Scalable NoSQL database storing complaint data, user information, and location coordinates</a:t>
            </a:r>
            <a:endParaRPr sz="600">
              <a:solidFill>
                <a:srgbClr val="111D51"/>
              </a:solidFill>
              <a:latin typeface="Times New Roman"/>
              <a:ea typeface="Times New Roman"/>
              <a:cs typeface="Times New Roman"/>
              <a:sym typeface="Times New Roman"/>
            </a:endParaRPr>
          </a:p>
        </p:txBody>
      </p:sp>
      <p:sp>
        <p:nvSpPr>
          <p:cNvPr id="290" name="Google Shape;290;p35"/>
          <p:cNvSpPr/>
          <p:nvPr/>
        </p:nvSpPr>
        <p:spPr>
          <a:xfrm>
            <a:off x="311251" y="1626950"/>
            <a:ext cx="1278731" cy="159842"/>
          </a:xfrm>
          <a:prstGeom prst="rect">
            <a:avLst/>
          </a:prstGeom>
          <a:noFill/>
          <a:ln>
            <a:noFill/>
          </a:ln>
        </p:spPr>
        <p:txBody>
          <a:bodyPr anchorCtr="0" anchor="t" bIns="0" lIns="0" spcFirstLastPara="1" rIns="0" wrap="square" tIns="0">
            <a:noAutofit/>
          </a:bodyPr>
          <a:lstStyle/>
          <a:p>
            <a:pPr indent="0" lvl="0" marL="0" marR="0" rtl="0" algn="l">
              <a:lnSpc>
                <a:spcPct val="103125"/>
              </a:lnSpc>
              <a:spcBef>
                <a:spcPts val="0"/>
              </a:spcBef>
              <a:spcAft>
                <a:spcPts val="0"/>
              </a:spcAft>
              <a:buClr>
                <a:srgbClr val="F2F2F2"/>
              </a:buClr>
              <a:buSzPts val="1200"/>
              <a:buFont typeface="Times New Roman"/>
              <a:buNone/>
            </a:pPr>
            <a:r>
              <a:rPr b="1" lang="en-GB" sz="1200">
                <a:solidFill>
                  <a:srgbClr val="F2F2F2"/>
                </a:solidFill>
                <a:latin typeface="Times New Roman"/>
                <a:ea typeface="Times New Roman"/>
                <a:cs typeface="Times New Roman"/>
                <a:sym typeface="Times New Roman"/>
              </a:rPr>
              <a:t>Integrated Services</a:t>
            </a:r>
            <a:endParaRPr sz="1200">
              <a:solidFill>
                <a:srgbClr val="F2F2F2"/>
              </a:solidFill>
              <a:latin typeface="Times New Roman"/>
              <a:ea typeface="Times New Roman"/>
              <a:cs typeface="Times New Roman"/>
              <a:sym typeface="Times New Roman"/>
            </a:endParaRPr>
          </a:p>
        </p:txBody>
      </p:sp>
      <p:sp>
        <p:nvSpPr>
          <p:cNvPr id="291" name="Google Shape;291;p35"/>
          <p:cNvSpPr/>
          <p:nvPr/>
        </p:nvSpPr>
        <p:spPr>
          <a:xfrm>
            <a:off x="311251" y="1853138"/>
            <a:ext cx="2104727" cy="645706"/>
          </a:xfrm>
          <a:prstGeom prst="roundRect">
            <a:avLst>
              <a:gd fmla="val 5281" name="adj"/>
            </a:avLst>
          </a:prstGeom>
          <a:solidFill>
            <a:srgbClr val="FFFFFF">
              <a:alpha val="94901"/>
            </a:srgbClr>
          </a:solidFill>
          <a:ln cap="flat" cmpd="sng" w="152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2" name="Google Shape;292;p35"/>
          <p:cNvSpPr/>
          <p:nvPr/>
        </p:nvSpPr>
        <p:spPr>
          <a:xfrm>
            <a:off x="403852" y="1945739"/>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Cloudinary</a:t>
            </a:r>
            <a:endParaRPr sz="800">
              <a:solidFill>
                <a:srgbClr val="111D51"/>
              </a:solidFill>
              <a:latin typeface="Times New Roman"/>
              <a:ea typeface="Times New Roman"/>
              <a:cs typeface="Times New Roman"/>
              <a:sym typeface="Times New Roman"/>
            </a:endParaRPr>
          </a:p>
        </p:txBody>
      </p:sp>
      <p:sp>
        <p:nvSpPr>
          <p:cNvPr id="293" name="Google Shape;293;p35"/>
          <p:cNvSpPr/>
          <p:nvPr/>
        </p:nvSpPr>
        <p:spPr>
          <a:xfrm>
            <a:off x="403852" y="2105402"/>
            <a:ext cx="1919526" cy="20056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Secure, scalable image storage with optimized delivery for complaint photo evidence</a:t>
            </a:r>
            <a:endParaRPr sz="600">
              <a:solidFill>
                <a:srgbClr val="111D51"/>
              </a:solidFill>
              <a:latin typeface="Times New Roman"/>
              <a:ea typeface="Times New Roman"/>
              <a:cs typeface="Times New Roman"/>
              <a:sym typeface="Times New Roman"/>
            </a:endParaRPr>
          </a:p>
        </p:txBody>
      </p:sp>
      <p:sp>
        <p:nvSpPr>
          <p:cNvPr id="294" name="Google Shape;294;p35"/>
          <p:cNvSpPr/>
          <p:nvPr/>
        </p:nvSpPr>
        <p:spPr>
          <a:xfrm>
            <a:off x="2460181" y="1853138"/>
            <a:ext cx="2104727" cy="645706"/>
          </a:xfrm>
          <a:prstGeom prst="roundRect">
            <a:avLst>
              <a:gd fmla="val 5281" name="adj"/>
            </a:avLst>
          </a:prstGeom>
          <a:solidFill>
            <a:srgbClr val="FFFFFF">
              <a:alpha val="94901"/>
            </a:srgbClr>
          </a:solidFill>
          <a:ln cap="flat" cmpd="sng" w="152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5" name="Google Shape;295;p35"/>
          <p:cNvSpPr/>
          <p:nvPr/>
        </p:nvSpPr>
        <p:spPr>
          <a:xfrm>
            <a:off x="2552782" y="1945739"/>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OpenStreetMap</a:t>
            </a:r>
            <a:endParaRPr sz="800">
              <a:solidFill>
                <a:srgbClr val="111D51"/>
              </a:solidFill>
              <a:latin typeface="Times New Roman"/>
              <a:ea typeface="Times New Roman"/>
              <a:cs typeface="Times New Roman"/>
              <a:sym typeface="Times New Roman"/>
            </a:endParaRPr>
          </a:p>
        </p:txBody>
      </p:sp>
      <p:sp>
        <p:nvSpPr>
          <p:cNvPr id="296" name="Google Shape;296;p35"/>
          <p:cNvSpPr/>
          <p:nvPr/>
        </p:nvSpPr>
        <p:spPr>
          <a:xfrm>
            <a:off x="2552782" y="2105402"/>
            <a:ext cx="1919526" cy="300842"/>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Open-source geolocation services providing accurate mapping and address resolution capabilities</a:t>
            </a:r>
            <a:endParaRPr sz="600">
              <a:solidFill>
                <a:srgbClr val="111D51"/>
              </a:solidFill>
              <a:latin typeface="Times New Roman"/>
              <a:ea typeface="Times New Roman"/>
              <a:cs typeface="Times New Roman"/>
              <a:sym typeface="Times New Roman"/>
            </a:endParaRPr>
          </a:p>
        </p:txBody>
      </p:sp>
      <p:sp>
        <p:nvSpPr>
          <p:cNvPr id="297" name="Google Shape;297;p35"/>
          <p:cNvSpPr/>
          <p:nvPr/>
        </p:nvSpPr>
        <p:spPr>
          <a:xfrm>
            <a:off x="4609110" y="1853138"/>
            <a:ext cx="2104817" cy="645706"/>
          </a:xfrm>
          <a:prstGeom prst="roundRect">
            <a:avLst>
              <a:gd fmla="val 5281" name="adj"/>
            </a:avLst>
          </a:prstGeom>
          <a:solidFill>
            <a:srgbClr val="FFFFFF">
              <a:alpha val="94901"/>
            </a:srgbClr>
          </a:solidFill>
          <a:ln cap="flat" cmpd="sng" w="152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298" name="Google Shape;298;p35"/>
          <p:cNvSpPr/>
          <p:nvPr/>
        </p:nvSpPr>
        <p:spPr>
          <a:xfrm>
            <a:off x="4701711" y="1945739"/>
            <a:ext cx="1065669" cy="133142"/>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111D51"/>
              </a:buClr>
              <a:buSzPts val="800"/>
              <a:buFont typeface="Times New Roman"/>
              <a:buNone/>
            </a:pPr>
            <a:r>
              <a:rPr b="1" lang="en-GB" sz="800">
                <a:solidFill>
                  <a:srgbClr val="111D51"/>
                </a:solidFill>
                <a:latin typeface="Times New Roman"/>
                <a:ea typeface="Times New Roman"/>
                <a:cs typeface="Times New Roman"/>
                <a:sym typeface="Times New Roman"/>
              </a:rPr>
              <a:t>React Leaflet</a:t>
            </a:r>
            <a:endParaRPr sz="800">
              <a:solidFill>
                <a:srgbClr val="111D51"/>
              </a:solidFill>
              <a:latin typeface="Times New Roman"/>
              <a:ea typeface="Times New Roman"/>
              <a:cs typeface="Times New Roman"/>
              <a:sym typeface="Times New Roman"/>
            </a:endParaRPr>
          </a:p>
        </p:txBody>
      </p:sp>
      <p:sp>
        <p:nvSpPr>
          <p:cNvPr id="299" name="Google Shape;299;p35"/>
          <p:cNvSpPr/>
          <p:nvPr/>
        </p:nvSpPr>
        <p:spPr>
          <a:xfrm>
            <a:off x="4701711" y="2105402"/>
            <a:ext cx="1919615" cy="300842"/>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111D51"/>
              </a:buClr>
              <a:buSzPts val="600"/>
              <a:buFont typeface="Times New Roman"/>
              <a:buNone/>
            </a:pPr>
            <a:r>
              <a:rPr lang="en-GB" sz="600">
                <a:solidFill>
                  <a:srgbClr val="111D51"/>
                </a:solidFill>
                <a:latin typeface="Times New Roman"/>
                <a:ea typeface="Times New Roman"/>
                <a:cs typeface="Times New Roman"/>
                <a:sym typeface="Times New Roman"/>
              </a:rPr>
              <a:t>Interactive map visualization enabling users to view complaint locations and authorities to monitor issues spatially</a:t>
            </a:r>
            <a:endParaRPr sz="600">
              <a:solidFill>
                <a:srgbClr val="111D51"/>
              </a:solidFill>
              <a:latin typeface="Times New Roman"/>
              <a:ea typeface="Times New Roman"/>
              <a:cs typeface="Times New Roman"/>
              <a:sym typeface="Times New Roman"/>
            </a:endParaRPr>
          </a:p>
        </p:txBody>
      </p:sp>
      <p:sp>
        <p:nvSpPr>
          <p:cNvPr id="300" name="Google Shape;300;p35"/>
          <p:cNvSpPr/>
          <p:nvPr/>
        </p:nvSpPr>
        <p:spPr>
          <a:xfrm>
            <a:off x="332363" y="2624573"/>
            <a:ext cx="1278731" cy="159842"/>
          </a:xfrm>
          <a:prstGeom prst="rect">
            <a:avLst/>
          </a:prstGeom>
          <a:noFill/>
          <a:ln>
            <a:noFill/>
          </a:ln>
        </p:spPr>
        <p:txBody>
          <a:bodyPr anchorCtr="0" anchor="t" bIns="0" lIns="0" spcFirstLastPara="1" rIns="0" wrap="square" tIns="0">
            <a:noAutofit/>
          </a:bodyPr>
          <a:lstStyle/>
          <a:p>
            <a:pPr indent="0" lvl="0" marL="0" marR="0" rtl="0" algn="l">
              <a:lnSpc>
                <a:spcPct val="103125"/>
              </a:lnSpc>
              <a:spcBef>
                <a:spcPts val="0"/>
              </a:spcBef>
              <a:spcAft>
                <a:spcPts val="0"/>
              </a:spcAft>
              <a:buClr>
                <a:srgbClr val="F2F2F2"/>
              </a:buClr>
              <a:buSzPts val="1200"/>
              <a:buFont typeface="Times New Roman"/>
              <a:buNone/>
            </a:pPr>
            <a:r>
              <a:rPr b="1" lang="en-GB" sz="1200">
                <a:solidFill>
                  <a:srgbClr val="F2F2F2"/>
                </a:solidFill>
                <a:latin typeface="Times New Roman"/>
                <a:ea typeface="Times New Roman"/>
                <a:cs typeface="Times New Roman"/>
                <a:sym typeface="Times New Roman"/>
              </a:rPr>
              <a:t>System Workflow</a:t>
            </a:r>
            <a:endParaRPr sz="1200">
              <a:solidFill>
                <a:srgbClr val="F2F2F2"/>
              </a:solidFill>
              <a:latin typeface="Times New Roman"/>
              <a:ea typeface="Times New Roman"/>
              <a:cs typeface="Times New Roman"/>
              <a:sym typeface="Times New Roman"/>
            </a:endParaRPr>
          </a:p>
        </p:txBody>
      </p:sp>
      <p:pic>
        <p:nvPicPr>
          <p:cNvPr descr="preencoded.png" id="301" name="Google Shape;301;p35"/>
          <p:cNvPicPr preferRelativeResize="0"/>
          <p:nvPr/>
        </p:nvPicPr>
        <p:blipFill rotWithShape="1">
          <a:blip r:embed="rId6">
            <a:alphaModFix/>
          </a:blip>
          <a:srcRect b="0" l="0" r="0" t="0"/>
          <a:stretch/>
        </p:blipFill>
        <p:spPr>
          <a:xfrm>
            <a:off x="320252" y="2791380"/>
            <a:ext cx="8304111" cy="2288116"/>
          </a:xfrm>
          <a:prstGeom prst="rect">
            <a:avLst/>
          </a:prstGeom>
          <a:noFill/>
          <a:ln>
            <a:noFill/>
          </a:ln>
        </p:spPr>
      </p:pic>
      <p:sp>
        <p:nvSpPr>
          <p:cNvPr id="302" name="Google Shape;302;p35"/>
          <p:cNvSpPr/>
          <p:nvPr/>
        </p:nvSpPr>
        <p:spPr>
          <a:xfrm>
            <a:off x="1899012" y="4156810"/>
            <a:ext cx="1122337" cy="364219"/>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F2F2F2"/>
              </a:buClr>
              <a:buSzPts val="1100"/>
              <a:buFont typeface="Times New Roman"/>
              <a:buNone/>
            </a:pPr>
            <a:r>
              <a:rPr b="1" lang="en-GB" sz="1100">
                <a:solidFill>
                  <a:srgbClr val="F2F2F2"/>
                </a:solidFill>
                <a:latin typeface="Times New Roman"/>
                <a:ea typeface="Times New Roman"/>
                <a:cs typeface="Times New Roman"/>
                <a:sym typeface="Times New Roman"/>
              </a:rPr>
              <a:t>Submit Complaint</a:t>
            </a:r>
            <a:endParaRPr sz="1100">
              <a:solidFill>
                <a:srgbClr val="F2F2F2"/>
              </a:solidFill>
              <a:latin typeface="Times New Roman"/>
              <a:ea typeface="Times New Roman"/>
              <a:cs typeface="Times New Roman"/>
              <a:sym typeface="Times New Roman"/>
            </a:endParaRPr>
          </a:p>
        </p:txBody>
      </p:sp>
      <p:sp>
        <p:nvSpPr>
          <p:cNvPr id="303" name="Google Shape;303;p35"/>
          <p:cNvSpPr/>
          <p:nvPr/>
        </p:nvSpPr>
        <p:spPr>
          <a:xfrm>
            <a:off x="1899012" y="4570364"/>
            <a:ext cx="1122337" cy="214292"/>
          </a:xfrm>
          <a:prstGeom prst="rect">
            <a:avLst/>
          </a:prstGeom>
          <a:noFill/>
          <a:ln>
            <a:noFill/>
          </a:ln>
        </p:spPr>
        <p:txBody>
          <a:bodyPr anchorCtr="0" anchor="t" bIns="0" lIns="0" spcFirstLastPara="1" rIns="0" wrap="square" tIns="0">
            <a:noAutofit/>
          </a:bodyPr>
          <a:lstStyle/>
          <a:p>
            <a:pPr indent="0" lvl="0" marL="0" marR="0" rtl="0" algn="ctr">
              <a:lnSpc>
                <a:spcPct val="95652"/>
              </a:lnSpc>
              <a:spcBef>
                <a:spcPts val="0"/>
              </a:spcBef>
              <a:spcAft>
                <a:spcPts val="0"/>
              </a:spcAft>
              <a:buClr>
                <a:srgbClr val="F2F2F2"/>
              </a:buClr>
              <a:buSzPts val="900"/>
              <a:buFont typeface="Times New Roman"/>
              <a:buNone/>
            </a:pPr>
            <a:r>
              <a:rPr lang="en-GB" sz="900">
                <a:solidFill>
                  <a:srgbClr val="F2F2F2"/>
                </a:solidFill>
                <a:latin typeface="Times New Roman"/>
                <a:ea typeface="Times New Roman"/>
                <a:cs typeface="Times New Roman"/>
                <a:sym typeface="Times New Roman"/>
              </a:rPr>
              <a:t>Citizen sends photo and location</a:t>
            </a:r>
            <a:endParaRPr sz="900">
              <a:solidFill>
                <a:srgbClr val="F2F2F2"/>
              </a:solidFill>
              <a:latin typeface="Times New Roman"/>
              <a:ea typeface="Times New Roman"/>
              <a:cs typeface="Times New Roman"/>
              <a:sym typeface="Times New Roman"/>
            </a:endParaRPr>
          </a:p>
        </p:txBody>
      </p:sp>
      <p:sp>
        <p:nvSpPr>
          <p:cNvPr id="304" name="Google Shape;304;p35"/>
          <p:cNvSpPr/>
          <p:nvPr/>
        </p:nvSpPr>
        <p:spPr>
          <a:xfrm>
            <a:off x="6060158" y="4201559"/>
            <a:ext cx="1122336" cy="181132"/>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F2F2F2"/>
              </a:buClr>
              <a:buSzPts val="1100"/>
              <a:buFont typeface="Times New Roman"/>
              <a:buNone/>
            </a:pPr>
            <a:r>
              <a:rPr b="1" lang="en-GB" sz="1100">
                <a:solidFill>
                  <a:srgbClr val="F2F2F2"/>
                </a:solidFill>
                <a:latin typeface="Times New Roman"/>
                <a:ea typeface="Times New Roman"/>
                <a:cs typeface="Times New Roman"/>
                <a:sym typeface="Times New Roman"/>
              </a:rPr>
              <a:t>Admin Resolution</a:t>
            </a:r>
            <a:endParaRPr sz="1100">
              <a:solidFill>
                <a:srgbClr val="F2F2F2"/>
              </a:solidFill>
              <a:latin typeface="Times New Roman"/>
              <a:ea typeface="Times New Roman"/>
              <a:cs typeface="Times New Roman"/>
              <a:sym typeface="Times New Roman"/>
            </a:endParaRPr>
          </a:p>
        </p:txBody>
      </p:sp>
      <p:sp>
        <p:nvSpPr>
          <p:cNvPr id="305" name="Google Shape;305;p35"/>
          <p:cNvSpPr/>
          <p:nvPr/>
        </p:nvSpPr>
        <p:spPr>
          <a:xfrm>
            <a:off x="6060158" y="4406504"/>
            <a:ext cx="1122336" cy="227408"/>
          </a:xfrm>
          <a:prstGeom prst="rect">
            <a:avLst/>
          </a:prstGeom>
          <a:noFill/>
          <a:ln>
            <a:noFill/>
          </a:ln>
        </p:spPr>
        <p:txBody>
          <a:bodyPr anchorCtr="0" anchor="t" bIns="0" lIns="0" spcFirstLastPara="1" rIns="0" wrap="square" tIns="0">
            <a:noAutofit/>
          </a:bodyPr>
          <a:lstStyle/>
          <a:p>
            <a:pPr indent="0" lvl="0" marL="0" marR="0" rtl="0" algn="ctr">
              <a:lnSpc>
                <a:spcPct val="95652"/>
              </a:lnSpc>
              <a:spcBef>
                <a:spcPts val="0"/>
              </a:spcBef>
              <a:spcAft>
                <a:spcPts val="0"/>
              </a:spcAft>
              <a:buClr>
                <a:srgbClr val="F2F2F2"/>
              </a:buClr>
              <a:buSzPts val="900"/>
              <a:buFont typeface="Times New Roman"/>
              <a:buNone/>
            </a:pPr>
            <a:r>
              <a:rPr lang="en-GB" sz="900">
                <a:solidFill>
                  <a:srgbClr val="F2F2F2"/>
                </a:solidFill>
                <a:latin typeface="Times New Roman"/>
                <a:ea typeface="Times New Roman"/>
                <a:cs typeface="Times New Roman"/>
                <a:sym typeface="Times New Roman"/>
              </a:rPr>
              <a:t>Monitor, update status, resolve</a:t>
            </a:r>
            <a:endParaRPr sz="900">
              <a:solidFill>
                <a:srgbClr val="F2F2F2"/>
              </a:solidFill>
              <a:latin typeface="Times New Roman"/>
              <a:ea typeface="Times New Roman"/>
              <a:cs typeface="Times New Roman"/>
              <a:sym typeface="Times New Roman"/>
            </a:endParaRPr>
          </a:p>
        </p:txBody>
      </p:sp>
      <p:sp>
        <p:nvSpPr>
          <p:cNvPr id="306" name="Google Shape;306;p35"/>
          <p:cNvSpPr/>
          <p:nvPr/>
        </p:nvSpPr>
        <p:spPr>
          <a:xfrm>
            <a:off x="3817172" y="3086116"/>
            <a:ext cx="1122336" cy="212472"/>
          </a:xfrm>
          <a:prstGeom prst="rect">
            <a:avLst/>
          </a:prstGeom>
          <a:noFill/>
          <a:ln>
            <a:noFill/>
          </a:ln>
        </p:spPr>
        <p:txBody>
          <a:bodyPr anchorCtr="0" anchor="t" bIns="0" lIns="0" spcFirstLastPara="1" rIns="0" wrap="square" tIns="0">
            <a:noAutofit/>
          </a:bodyPr>
          <a:lstStyle/>
          <a:p>
            <a:pPr indent="0" lvl="0" marL="0" marR="0" rtl="0" algn="ctr">
              <a:lnSpc>
                <a:spcPct val="126666"/>
              </a:lnSpc>
              <a:spcBef>
                <a:spcPts val="0"/>
              </a:spcBef>
              <a:spcAft>
                <a:spcPts val="0"/>
              </a:spcAft>
              <a:buClr>
                <a:srgbClr val="F2F2F2"/>
              </a:buClr>
              <a:buSzPts val="1100"/>
              <a:buFont typeface="Times New Roman"/>
              <a:buNone/>
            </a:pPr>
            <a:r>
              <a:rPr b="1" lang="en-GB" sz="1100">
                <a:solidFill>
                  <a:srgbClr val="F2F2F2"/>
                </a:solidFill>
                <a:latin typeface="Times New Roman"/>
                <a:ea typeface="Times New Roman"/>
                <a:cs typeface="Times New Roman"/>
                <a:sym typeface="Times New Roman"/>
              </a:rPr>
              <a:t>Server Processing</a:t>
            </a:r>
            <a:endParaRPr sz="1100">
              <a:solidFill>
                <a:srgbClr val="F2F2F2"/>
              </a:solidFill>
              <a:latin typeface="Times New Roman"/>
              <a:ea typeface="Times New Roman"/>
              <a:cs typeface="Times New Roman"/>
              <a:sym typeface="Times New Roman"/>
            </a:endParaRPr>
          </a:p>
        </p:txBody>
      </p:sp>
      <p:sp>
        <p:nvSpPr>
          <p:cNvPr id="307" name="Google Shape;307;p35"/>
          <p:cNvSpPr/>
          <p:nvPr/>
        </p:nvSpPr>
        <p:spPr>
          <a:xfrm>
            <a:off x="3817172" y="3326607"/>
            <a:ext cx="1122336" cy="223838"/>
          </a:xfrm>
          <a:prstGeom prst="rect">
            <a:avLst/>
          </a:prstGeom>
          <a:noFill/>
          <a:ln>
            <a:noFill/>
          </a:ln>
        </p:spPr>
        <p:txBody>
          <a:bodyPr anchorCtr="0" anchor="t" bIns="0" lIns="0" spcFirstLastPara="1" rIns="0" wrap="square" tIns="0">
            <a:noAutofit/>
          </a:bodyPr>
          <a:lstStyle/>
          <a:p>
            <a:pPr indent="0" lvl="0" marL="0" marR="0" rtl="0" algn="ctr">
              <a:lnSpc>
                <a:spcPct val="95652"/>
              </a:lnSpc>
              <a:spcBef>
                <a:spcPts val="0"/>
              </a:spcBef>
              <a:spcAft>
                <a:spcPts val="0"/>
              </a:spcAft>
              <a:buClr>
                <a:srgbClr val="F2F2F2"/>
              </a:buClr>
              <a:buSzPts val="900"/>
              <a:buFont typeface="Times New Roman"/>
              <a:buNone/>
            </a:pPr>
            <a:r>
              <a:rPr lang="en-GB" sz="900">
                <a:solidFill>
                  <a:srgbClr val="F2F2F2"/>
                </a:solidFill>
                <a:latin typeface="Times New Roman"/>
                <a:ea typeface="Times New Roman"/>
                <a:cs typeface="Times New Roman"/>
                <a:sym typeface="Times New Roman"/>
              </a:rPr>
              <a:t>Store and classify using AI</a:t>
            </a:r>
            <a:endParaRPr sz="900">
              <a:solidFill>
                <a:srgbClr val="F2F2F2"/>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36"/>
          <p:cNvSpPr/>
          <p:nvPr/>
        </p:nvSpPr>
        <p:spPr>
          <a:xfrm>
            <a:off x="350674" y="91800"/>
            <a:ext cx="4492800" cy="315900"/>
          </a:xfrm>
          <a:prstGeom prst="rect">
            <a:avLst/>
          </a:prstGeom>
          <a:noFill/>
          <a:ln>
            <a:noFill/>
          </a:ln>
        </p:spPr>
        <p:txBody>
          <a:bodyPr anchorCtr="0" anchor="t" bIns="0" lIns="0" spcFirstLastPara="1" rIns="0" wrap="square" tIns="0">
            <a:noAutofit/>
          </a:bodyPr>
          <a:lstStyle/>
          <a:p>
            <a:pPr indent="0" lvl="0" marL="0" marR="0" rtl="0" algn="l">
              <a:lnSpc>
                <a:spcPct val="103125"/>
              </a:lnSpc>
              <a:spcBef>
                <a:spcPts val="0"/>
              </a:spcBef>
              <a:spcAft>
                <a:spcPts val="0"/>
              </a:spcAft>
              <a:buClr>
                <a:srgbClr val="F2F2F2"/>
              </a:buClr>
              <a:buSzPts val="2400"/>
              <a:buFont typeface="Times New Roman"/>
              <a:buNone/>
            </a:pPr>
            <a:r>
              <a:rPr b="1" lang="en-GB" sz="2400">
                <a:solidFill>
                  <a:srgbClr val="F2F2F2"/>
                </a:solidFill>
                <a:latin typeface="Times New Roman"/>
                <a:ea typeface="Times New Roman"/>
                <a:cs typeface="Times New Roman"/>
                <a:sym typeface="Times New Roman"/>
              </a:rPr>
              <a:t>Live System Demonstration</a:t>
            </a:r>
            <a:endParaRPr sz="2400">
              <a:solidFill>
                <a:srgbClr val="F2F2F2"/>
              </a:solidFill>
              <a:latin typeface="Times New Roman"/>
              <a:ea typeface="Times New Roman"/>
              <a:cs typeface="Times New Roman"/>
              <a:sym typeface="Times New Roman"/>
            </a:endParaRPr>
          </a:p>
        </p:txBody>
      </p:sp>
      <p:sp>
        <p:nvSpPr>
          <p:cNvPr id="313" name="Google Shape;313;p36"/>
          <p:cNvSpPr/>
          <p:nvPr/>
        </p:nvSpPr>
        <p:spPr>
          <a:xfrm>
            <a:off x="350607" y="503625"/>
            <a:ext cx="3391500" cy="189600"/>
          </a:xfrm>
          <a:prstGeom prst="rect">
            <a:avLst/>
          </a:prstGeom>
          <a:noFill/>
          <a:ln>
            <a:noFill/>
          </a:ln>
        </p:spPr>
        <p:txBody>
          <a:bodyPr anchorCtr="0" anchor="t" bIns="0" lIns="0" spcFirstLastPara="1" rIns="0" wrap="square" tIns="0">
            <a:noAutofit/>
          </a:bodyPr>
          <a:lstStyle/>
          <a:p>
            <a:pPr indent="0" lvl="0" marL="0" marR="0" rtl="0" algn="l">
              <a:lnSpc>
                <a:spcPct val="975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How SCMSC Works in Practice</a:t>
            </a:r>
            <a:endParaRPr sz="1500">
              <a:solidFill>
                <a:srgbClr val="F2F2F2"/>
              </a:solidFill>
              <a:latin typeface="Times New Roman"/>
              <a:ea typeface="Times New Roman"/>
              <a:cs typeface="Times New Roman"/>
              <a:sym typeface="Times New Roman"/>
            </a:endParaRPr>
          </a:p>
        </p:txBody>
      </p:sp>
      <p:pic>
        <p:nvPicPr>
          <p:cNvPr descr="preencoded.png" id="314" name="Google Shape;314;p36"/>
          <p:cNvPicPr preferRelativeResize="0"/>
          <p:nvPr/>
        </p:nvPicPr>
        <p:blipFill rotWithShape="1">
          <a:blip r:embed="rId3">
            <a:alphaModFix/>
          </a:blip>
          <a:srcRect b="0" l="0" r="0" t="0"/>
          <a:stretch/>
        </p:blipFill>
        <p:spPr>
          <a:xfrm>
            <a:off x="350589" y="793584"/>
            <a:ext cx="481310" cy="577572"/>
          </a:xfrm>
          <a:prstGeom prst="rect">
            <a:avLst/>
          </a:prstGeom>
          <a:noFill/>
          <a:ln>
            <a:noFill/>
          </a:ln>
        </p:spPr>
      </p:pic>
      <p:sp>
        <p:nvSpPr>
          <p:cNvPr id="315" name="Google Shape;315;p36"/>
          <p:cNvSpPr/>
          <p:nvPr/>
        </p:nvSpPr>
        <p:spPr>
          <a:xfrm>
            <a:off x="894159" y="889850"/>
            <a:ext cx="2363700" cy="1578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Citizen Reports Issue</a:t>
            </a:r>
            <a:endParaRPr sz="1400">
              <a:solidFill>
                <a:srgbClr val="F2F2F2"/>
              </a:solidFill>
              <a:latin typeface="Times New Roman"/>
              <a:ea typeface="Times New Roman"/>
              <a:cs typeface="Times New Roman"/>
              <a:sym typeface="Times New Roman"/>
            </a:endParaRPr>
          </a:p>
        </p:txBody>
      </p:sp>
      <p:sp>
        <p:nvSpPr>
          <p:cNvPr id="316" name="Google Shape;316;p36"/>
          <p:cNvSpPr/>
          <p:nvPr/>
        </p:nvSpPr>
        <p:spPr>
          <a:xfrm>
            <a:off x="894139" y="1158629"/>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User captures photo evidence of civic problem and adds descriptive details through intuitive mobile interface</a:t>
            </a:r>
            <a:endParaRPr sz="1200">
              <a:solidFill>
                <a:srgbClr val="F2F2F2"/>
              </a:solidFill>
              <a:latin typeface="Times New Roman"/>
              <a:ea typeface="Times New Roman"/>
              <a:cs typeface="Times New Roman"/>
              <a:sym typeface="Times New Roman"/>
            </a:endParaRPr>
          </a:p>
        </p:txBody>
      </p:sp>
      <p:pic>
        <p:nvPicPr>
          <p:cNvPr descr="preencoded.png" id="317" name="Google Shape;317;p36"/>
          <p:cNvPicPr preferRelativeResize="0"/>
          <p:nvPr/>
        </p:nvPicPr>
        <p:blipFill rotWithShape="1">
          <a:blip r:embed="rId4">
            <a:alphaModFix/>
          </a:blip>
          <a:srcRect b="0" l="0" r="0" t="0"/>
          <a:stretch/>
        </p:blipFill>
        <p:spPr>
          <a:xfrm>
            <a:off x="350589" y="1371156"/>
            <a:ext cx="481310" cy="577572"/>
          </a:xfrm>
          <a:prstGeom prst="rect">
            <a:avLst/>
          </a:prstGeom>
          <a:noFill/>
          <a:ln>
            <a:noFill/>
          </a:ln>
        </p:spPr>
      </p:pic>
      <p:sp>
        <p:nvSpPr>
          <p:cNvPr id="318" name="Google Shape;318;p36"/>
          <p:cNvSpPr/>
          <p:nvPr/>
        </p:nvSpPr>
        <p:spPr>
          <a:xfrm>
            <a:off x="894156" y="1467425"/>
            <a:ext cx="2654400" cy="1578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Automatic Location Detection</a:t>
            </a:r>
            <a:endParaRPr sz="1400">
              <a:solidFill>
                <a:srgbClr val="F2F2F2"/>
              </a:solidFill>
              <a:latin typeface="Times New Roman"/>
              <a:ea typeface="Times New Roman"/>
              <a:cs typeface="Times New Roman"/>
              <a:sym typeface="Times New Roman"/>
            </a:endParaRPr>
          </a:p>
        </p:txBody>
      </p:sp>
      <p:sp>
        <p:nvSpPr>
          <p:cNvPr id="319" name="Google Shape;319;p36"/>
          <p:cNvSpPr/>
          <p:nvPr/>
        </p:nvSpPr>
        <p:spPr>
          <a:xfrm>
            <a:off x="894139" y="1718788"/>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GPS technology captures precise coordinates, ensuring accurate placement on city map without manual input</a:t>
            </a:r>
            <a:endParaRPr sz="1200">
              <a:solidFill>
                <a:srgbClr val="F2F2F2"/>
              </a:solidFill>
              <a:latin typeface="Times New Roman"/>
              <a:ea typeface="Times New Roman"/>
              <a:cs typeface="Times New Roman"/>
              <a:sym typeface="Times New Roman"/>
            </a:endParaRPr>
          </a:p>
        </p:txBody>
      </p:sp>
      <p:pic>
        <p:nvPicPr>
          <p:cNvPr descr="preencoded.png" id="320" name="Google Shape;320;p36"/>
          <p:cNvPicPr preferRelativeResize="0"/>
          <p:nvPr/>
        </p:nvPicPr>
        <p:blipFill rotWithShape="1">
          <a:blip r:embed="rId5">
            <a:alphaModFix/>
          </a:blip>
          <a:srcRect b="0" l="0" r="0" t="0"/>
          <a:stretch/>
        </p:blipFill>
        <p:spPr>
          <a:xfrm>
            <a:off x="350589" y="1948728"/>
            <a:ext cx="481310" cy="577572"/>
          </a:xfrm>
          <a:prstGeom prst="rect">
            <a:avLst/>
          </a:prstGeom>
          <a:noFill/>
          <a:ln>
            <a:noFill/>
          </a:ln>
        </p:spPr>
      </p:pic>
      <p:sp>
        <p:nvSpPr>
          <p:cNvPr id="321" name="Google Shape;321;p36"/>
          <p:cNvSpPr/>
          <p:nvPr/>
        </p:nvSpPr>
        <p:spPr>
          <a:xfrm>
            <a:off x="894156" y="2045000"/>
            <a:ext cx="2412300" cy="1578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Complaint Appears on Map</a:t>
            </a:r>
            <a:endParaRPr sz="1400">
              <a:solidFill>
                <a:srgbClr val="F2F2F2"/>
              </a:solidFill>
              <a:latin typeface="Times New Roman"/>
              <a:ea typeface="Times New Roman"/>
              <a:cs typeface="Times New Roman"/>
              <a:sym typeface="Times New Roman"/>
            </a:endParaRPr>
          </a:p>
        </p:txBody>
      </p:sp>
      <p:sp>
        <p:nvSpPr>
          <p:cNvPr id="322" name="Google Shape;322;p36"/>
          <p:cNvSpPr/>
          <p:nvPr/>
        </p:nvSpPr>
        <p:spPr>
          <a:xfrm>
            <a:off x="894139" y="2287386"/>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Reported issue instantly displays on interactive city map, visible to municipal authorities in real-time</a:t>
            </a:r>
            <a:endParaRPr sz="1200">
              <a:solidFill>
                <a:srgbClr val="F2F2F2"/>
              </a:solidFill>
              <a:latin typeface="Times New Roman"/>
              <a:ea typeface="Times New Roman"/>
              <a:cs typeface="Times New Roman"/>
              <a:sym typeface="Times New Roman"/>
            </a:endParaRPr>
          </a:p>
        </p:txBody>
      </p:sp>
      <p:pic>
        <p:nvPicPr>
          <p:cNvPr descr="preencoded.png" id="323" name="Google Shape;323;p36"/>
          <p:cNvPicPr preferRelativeResize="0"/>
          <p:nvPr/>
        </p:nvPicPr>
        <p:blipFill rotWithShape="1">
          <a:blip r:embed="rId6">
            <a:alphaModFix/>
          </a:blip>
          <a:srcRect b="0" l="0" r="0" t="0"/>
          <a:stretch/>
        </p:blipFill>
        <p:spPr>
          <a:xfrm>
            <a:off x="350589" y="2526301"/>
            <a:ext cx="481310" cy="577572"/>
          </a:xfrm>
          <a:prstGeom prst="rect">
            <a:avLst/>
          </a:prstGeom>
          <a:noFill/>
          <a:ln>
            <a:noFill/>
          </a:ln>
        </p:spPr>
      </p:pic>
      <p:sp>
        <p:nvSpPr>
          <p:cNvPr id="324" name="Google Shape;324;p36"/>
          <p:cNvSpPr/>
          <p:nvPr/>
        </p:nvSpPr>
        <p:spPr>
          <a:xfrm>
            <a:off x="894157" y="2622575"/>
            <a:ext cx="2097600" cy="1578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Admin Receives Alert</a:t>
            </a:r>
            <a:endParaRPr sz="1400">
              <a:solidFill>
                <a:srgbClr val="F2F2F2"/>
              </a:solidFill>
              <a:latin typeface="Times New Roman"/>
              <a:ea typeface="Times New Roman"/>
              <a:cs typeface="Times New Roman"/>
              <a:sym typeface="Times New Roman"/>
            </a:endParaRPr>
          </a:p>
        </p:txBody>
      </p:sp>
      <p:sp>
        <p:nvSpPr>
          <p:cNvPr id="325" name="Google Shape;325;p36"/>
          <p:cNvSpPr/>
          <p:nvPr/>
        </p:nvSpPr>
        <p:spPr>
          <a:xfrm>
            <a:off x="894139" y="2879961"/>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Municipal dashboard receives new complaint notification with photo evidence and location data</a:t>
            </a:r>
            <a:endParaRPr sz="1200">
              <a:solidFill>
                <a:srgbClr val="F2F2F2"/>
              </a:solidFill>
              <a:latin typeface="Times New Roman"/>
              <a:ea typeface="Times New Roman"/>
              <a:cs typeface="Times New Roman"/>
              <a:sym typeface="Times New Roman"/>
            </a:endParaRPr>
          </a:p>
        </p:txBody>
      </p:sp>
      <p:pic>
        <p:nvPicPr>
          <p:cNvPr descr="preencoded.png" id="326" name="Google Shape;326;p36"/>
          <p:cNvPicPr preferRelativeResize="0"/>
          <p:nvPr/>
        </p:nvPicPr>
        <p:blipFill rotWithShape="1">
          <a:blip r:embed="rId7">
            <a:alphaModFix/>
          </a:blip>
          <a:srcRect b="0" l="0" r="0" t="0"/>
          <a:stretch/>
        </p:blipFill>
        <p:spPr>
          <a:xfrm>
            <a:off x="350589" y="3103873"/>
            <a:ext cx="481310" cy="577572"/>
          </a:xfrm>
          <a:prstGeom prst="rect">
            <a:avLst/>
          </a:prstGeom>
          <a:noFill/>
          <a:ln>
            <a:noFill/>
          </a:ln>
        </p:spPr>
      </p:pic>
      <p:sp>
        <p:nvSpPr>
          <p:cNvPr id="327" name="Google Shape;327;p36"/>
          <p:cNvSpPr/>
          <p:nvPr/>
        </p:nvSpPr>
        <p:spPr>
          <a:xfrm>
            <a:off x="894140" y="3200135"/>
            <a:ext cx="1263461" cy="157876"/>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Status Updates</a:t>
            </a:r>
            <a:endParaRPr sz="1400">
              <a:solidFill>
                <a:srgbClr val="F2F2F2"/>
              </a:solidFill>
              <a:latin typeface="Times New Roman"/>
              <a:ea typeface="Times New Roman"/>
              <a:cs typeface="Times New Roman"/>
              <a:sym typeface="Times New Roman"/>
            </a:endParaRPr>
          </a:p>
        </p:txBody>
      </p:sp>
      <p:sp>
        <p:nvSpPr>
          <p:cNvPr id="328" name="Google Shape;328;p36"/>
          <p:cNvSpPr/>
          <p:nvPr/>
        </p:nvSpPr>
        <p:spPr>
          <a:xfrm>
            <a:off x="886469" y="3451505"/>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Authorities update complaint status through three-stage workflow, keeping citizens informed of progress</a:t>
            </a:r>
            <a:endParaRPr sz="1200">
              <a:solidFill>
                <a:srgbClr val="F2F2F2"/>
              </a:solidFill>
              <a:latin typeface="Times New Roman"/>
              <a:ea typeface="Times New Roman"/>
              <a:cs typeface="Times New Roman"/>
              <a:sym typeface="Times New Roman"/>
            </a:endParaRPr>
          </a:p>
        </p:txBody>
      </p:sp>
      <p:pic>
        <p:nvPicPr>
          <p:cNvPr descr="preencoded.png" id="329" name="Google Shape;329;p36"/>
          <p:cNvPicPr preferRelativeResize="0"/>
          <p:nvPr/>
        </p:nvPicPr>
        <p:blipFill rotWithShape="1">
          <a:blip r:embed="rId8">
            <a:alphaModFix/>
          </a:blip>
          <a:srcRect b="0" l="0" r="0" t="0"/>
          <a:stretch/>
        </p:blipFill>
        <p:spPr>
          <a:xfrm>
            <a:off x="350589" y="3681445"/>
            <a:ext cx="481310" cy="577572"/>
          </a:xfrm>
          <a:prstGeom prst="rect">
            <a:avLst/>
          </a:prstGeom>
          <a:noFill/>
          <a:ln>
            <a:noFill/>
          </a:ln>
        </p:spPr>
      </p:pic>
      <p:sp>
        <p:nvSpPr>
          <p:cNvPr id="330" name="Google Shape;330;p36"/>
          <p:cNvSpPr/>
          <p:nvPr/>
        </p:nvSpPr>
        <p:spPr>
          <a:xfrm>
            <a:off x="894157" y="3777700"/>
            <a:ext cx="2097600" cy="157800"/>
          </a:xfrm>
          <a:prstGeom prst="rect">
            <a:avLst/>
          </a:prstGeom>
          <a:noFill/>
          <a:ln>
            <a:noFill/>
          </a:ln>
        </p:spPr>
        <p:txBody>
          <a:bodyPr anchorCtr="0" anchor="t" bIns="0" lIns="0" spcFirstLastPara="1" rIns="0" wrap="square" tIns="0">
            <a:noAutofit/>
          </a:bodyPr>
          <a:lstStyle/>
          <a:p>
            <a:pPr indent="0" lvl="0" marL="0" marR="0" rtl="0" algn="l">
              <a:lnSpc>
                <a:spcPct val="91666"/>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Analytics Dashboard</a:t>
            </a:r>
            <a:endParaRPr sz="1400">
              <a:solidFill>
                <a:srgbClr val="F2F2F2"/>
              </a:solidFill>
              <a:latin typeface="Times New Roman"/>
              <a:ea typeface="Times New Roman"/>
              <a:cs typeface="Times New Roman"/>
              <a:sym typeface="Times New Roman"/>
            </a:endParaRPr>
          </a:p>
        </p:txBody>
      </p:sp>
      <p:sp>
        <p:nvSpPr>
          <p:cNvPr id="331" name="Google Shape;331;p36"/>
          <p:cNvSpPr/>
          <p:nvPr/>
        </p:nvSpPr>
        <p:spPr>
          <a:xfrm>
            <a:off x="894139" y="4031620"/>
            <a:ext cx="7047667" cy="126802"/>
          </a:xfrm>
          <a:prstGeom prst="rect">
            <a:avLst/>
          </a:prstGeom>
          <a:noFill/>
          <a:ln>
            <a:noFill/>
          </a:ln>
        </p:spPr>
        <p:txBody>
          <a:bodyPr anchorCtr="0" anchor="t" bIns="0" lIns="0" spcFirstLastPara="1" rIns="0" wrap="square" tIns="0">
            <a:noAutofit/>
          </a:bodyPr>
          <a:lstStyle/>
          <a:p>
            <a:pPr indent="0" lvl="0" marL="0" marR="0" rtl="0" algn="l">
              <a:lnSpc>
                <a:spcPct val="812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City managers access real-time insights, trends, and patterns for data-driven civic infrastructure planning</a:t>
            </a:r>
            <a:endParaRPr sz="1200">
              <a:solidFill>
                <a:srgbClr val="F2F2F2"/>
              </a:solidFill>
              <a:latin typeface="Times New Roman"/>
              <a:ea typeface="Times New Roman"/>
              <a:cs typeface="Times New Roman"/>
              <a:sym typeface="Times New Roman"/>
            </a:endParaRPr>
          </a:p>
        </p:txBody>
      </p:sp>
      <p:sp>
        <p:nvSpPr>
          <p:cNvPr id="332" name="Google Shape;332;p36"/>
          <p:cNvSpPr/>
          <p:nvPr/>
        </p:nvSpPr>
        <p:spPr>
          <a:xfrm>
            <a:off x="136053" y="4448369"/>
            <a:ext cx="1516171" cy="189488"/>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Key Results Achieved : </a:t>
            </a:r>
            <a:endParaRPr sz="1400">
              <a:solidFill>
                <a:srgbClr val="F2F2F2"/>
              </a:solidFill>
              <a:latin typeface="Times New Roman"/>
              <a:ea typeface="Times New Roman"/>
              <a:cs typeface="Times New Roman"/>
              <a:sym typeface="Times New Roman"/>
            </a:endParaRPr>
          </a:p>
        </p:txBody>
      </p:sp>
      <p:sp>
        <p:nvSpPr>
          <p:cNvPr id="333" name="Google Shape;333;p36"/>
          <p:cNvSpPr/>
          <p:nvPr/>
        </p:nvSpPr>
        <p:spPr>
          <a:xfrm>
            <a:off x="1314065" y="4236824"/>
            <a:ext cx="2478524" cy="3176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2F2F2"/>
              </a:buClr>
              <a:buSzPts val="2500"/>
              <a:buFont typeface="Times New Roman"/>
              <a:buNone/>
            </a:pPr>
            <a:r>
              <a:rPr b="1" lang="en-GB" sz="2500">
                <a:solidFill>
                  <a:srgbClr val="F2F2F2"/>
                </a:solidFill>
                <a:latin typeface="Times New Roman"/>
                <a:ea typeface="Times New Roman"/>
                <a:cs typeface="Times New Roman"/>
                <a:sym typeface="Times New Roman"/>
              </a:rPr>
              <a:t>3x</a:t>
            </a:r>
            <a:endParaRPr sz="2500">
              <a:solidFill>
                <a:srgbClr val="F2F2F2"/>
              </a:solidFill>
              <a:latin typeface="Times New Roman"/>
              <a:ea typeface="Times New Roman"/>
              <a:cs typeface="Times New Roman"/>
              <a:sym typeface="Times New Roman"/>
            </a:endParaRPr>
          </a:p>
        </p:txBody>
      </p:sp>
      <p:sp>
        <p:nvSpPr>
          <p:cNvPr id="334" name="Google Shape;334;p36"/>
          <p:cNvSpPr/>
          <p:nvPr/>
        </p:nvSpPr>
        <p:spPr>
          <a:xfrm>
            <a:off x="1921552" y="4649198"/>
            <a:ext cx="1263461" cy="157876"/>
          </a:xfrm>
          <a:prstGeom prst="rect">
            <a:avLst/>
          </a:prstGeom>
          <a:noFill/>
          <a:ln>
            <a:noFill/>
          </a:ln>
        </p:spPr>
        <p:txBody>
          <a:bodyPr anchorCtr="0" anchor="t" bIns="0" lIns="0" spcFirstLastPara="1" rIns="0" wrap="square" tIns="0">
            <a:noAutofit/>
          </a:bodyPr>
          <a:lstStyle/>
          <a:p>
            <a:pPr indent="0" lvl="0" marL="0" marR="0" rtl="0" algn="ctr">
              <a:lnSpc>
                <a:spcPct val="126923"/>
              </a:lnSpc>
              <a:spcBef>
                <a:spcPts val="0"/>
              </a:spcBef>
              <a:spcAft>
                <a:spcPts val="0"/>
              </a:spcAft>
              <a:buClr>
                <a:srgbClr val="F2F2F2"/>
              </a:buClr>
              <a:buSzPts val="1000"/>
              <a:buFont typeface="Times New Roman"/>
              <a:buNone/>
            </a:pPr>
            <a:r>
              <a:rPr b="1" lang="en-GB" sz="1000">
                <a:solidFill>
                  <a:srgbClr val="F2F2F2"/>
                </a:solidFill>
                <a:latin typeface="Times New Roman"/>
                <a:ea typeface="Times New Roman"/>
                <a:cs typeface="Times New Roman"/>
                <a:sym typeface="Times New Roman"/>
              </a:rPr>
              <a:t>Faster Resolution</a:t>
            </a:r>
            <a:endParaRPr sz="1000">
              <a:solidFill>
                <a:srgbClr val="F2F2F2"/>
              </a:solidFill>
              <a:latin typeface="Times New Roman"/>
              <a:ea typeface="Times New Roman"/>
              <a:cs typeface="Times New Roman"/>
              <a:sym typeface="Times New Roman"/>
            </a:endParaRPr>
          </a:p>
        </p:txBody>
      </p:sp>
      <p:sp>
        <p:nvSpPr>
          <p:cNvPr id="335" name="Google Shape;335;p36"/>
          <p:cNvSpPr/>
          <p:nvPr/>
        </p:nvSpPr>
        <p:spPr>
          <a:xfrm>
            <a:off x="1314065" y="4844401"/>
            <a:ext cx="2478524" cy="126802"/>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2F2F2"/>
              </a:buClr>
              <a:buSzPts val="800"/>
              <a:buFont typeface="Times New Roman"/>
              <a:buNone/>
            </a:pPr>
            <a:r>
              <a:rPr lang="en-GB" sz="800">
                <a:solidFill>
                  <a:srgbClr val="F2F2F2"/>
                </a:solidFill>
                <a:latin typeface="Times New Roman"/>
                <a:ea typeface="Times New Roman"/>
                <a:cs typeface="Times New Roman"/>
                <a:sym typeface="Times New Roman"/>
              </a:rPr>
              <a:t>Compared to traditional complaint systems</a:t>
            </a:r>
            <a:endParaRPr sz="800">
              <a:solidFill>
                <a:srgbClr val="F2F2F2"/>
              </a:solidFill>
              <a:latin typeface="Times New Roman"/>
              <a:ea typeface="Times New Roman"/>
              <a:cs typeface="Times New Roman"/>
              <a:sym typeface="Times New Roman"/>
            </a:endParaRPr>
          </a:p>
        </p:txBody>
      </p:sp>
      <p:sp>
        <p:nvSpPr>
          <p:cNvPr id="336" name="Google Shape;336;p36"/>
          <p:cNvSpPr/>
          <p:nvPr/>
        </p:nvSpPr>
        <p:spPr>
          <a:xfrm>
            <a:off x="3870367" y="4236824"/>
            <a:ext cx="2478524" cy="3176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2F2F2"/>
              </a:buClr>
              <a:buSzPts val="2500"/>
              <a:buFont typeface="Times New Roman"/>
              <a:buNone/>
            </a:pPr>
            <a:r>
              <a:rPr b="1" lang="en-GB" sz="2500">
                <a:solidFill>
                  <a:srgbClr val="F2F2F2"/>
                </a:solidFill>
                <a:latin typeface="Times New Roman"/>
                <a:ea typeface="Times New Roman"/>
                <a:cs typeface="Times New Roman"/>
                <a:sym typeface="Times New Roman"/>
              </a:rPr>
              <a:t>100%</a:t>
            </a:r>
            <a:endParaRPr sz="2500">
              <a:solidFill>
                <a:srgbClr val="F2F2F2"/>
              </a:solidFill>
              <a:latin typeface="Times New Roman"/>
              <a:ea typeface="Times New Roman"/>
              <a:cs typeface="Times New Roman"/>
              <a:sym typeface="Times New Roman"/>
            </a:endParaRPr>
          </a:p>
        </p:txBody>
      </p:sp>
      <p:sp>
        <p:nvSpPr>
          <p:cNvPr id="337" name="Google Shape;337;p36"/>
          <p:cNvSpPr/>
          <p:nvPr/>
        </p:nvSpPr>
        <p:spPr>
          <a:xfrm>
            <a:off x="4477853" y="4649198"/>
            <a:ext cx="1263461" cy="157876"/>
          </a:xfrm>
          <a:prstGeom prst="rect">
            <a:avLst/>
          </a:prstGeom>
          <a:noFill/>
          <a:ln>
            <a:noFill/>
          </a:ln>
        </p:spPr>
        <p:txBody>
          <a:bodyPr anchorCtr="0" anchor="t" bIns="0" lIns="0" spcFirstLastPara="1" rIns="0" wrap="square" tIns="0">
            <a:noAutofit/>
          </a:bodyPr>
          <a:lstStyle/>
          <a:p>
            <a:pPr indent="0" lvl="0" marL="0" marR="0" rtl="0" algn="ctr">
              <a:lnSpc>
                <a:spcPct val="126923"/>
              </a:lnSpc>
              <a:spcBef>
                <a:spcPts val="0"/>
              </a:spcBef>
              <a:spcAft>
                <a:spcPts val="0"/>
              </a:spcAft>
              <a:buClr>
                <a:srgbClr val="F2F2F2"/>
              </a:buClr>
              <a:buSzPts val="1000"/>
              <a:buFont typeface="Times New Roman"/>
              <a:buNone/>
            </a:pPr>
            <a:r>
              <a:rPr b="1" lang="en-GB" sz="1000">
                <a:solidFill>
                  <a:srgbClr val="F2F2F2"/>
                </a:solidFill>
                <a:latin typeface="Times New Roman"/>
                <a:ea typeface="Times New Roman"/>
                <a:cs typeface="Times New Roman"/>
                <a:sym typeface="Times New Roman"/>
              </a:rPr>
              <a:t>Transparency</a:t>
            </a:r>
            <a:endParaRPr sz="1000">
              <a:solidFill>
                <a:srgbClr val="F2F2F2"/>
              </a:solidFill>
              <a:latin typeface="Times New Roman"/>
              <a:ea typeface="Times New Roman"/>
              <a:cs typeface="Times New Roman"/>
              <a:sym typeface="Times New Roman"/>
            </a:endParaRPr>
          </a:p>
        </p:txBody>
      </p:sp>
      <p:sp>
        <p:nvSpPr>
          <p:cNvPr id="338" name="Google Shape;338;p36"/>
          <p:cNvSpPr/>
          <p:nvPr/>
        </p:nvSpPr>
        <p:spPr>
          <a:xfrm>
            <a:off x="3870367" y="4844401"/>
            <a:ext cx="2478524" cy="126802"/>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2F2F2"/>
              </a:buClr>
              <a:buSzPts val="800"/>
              <a:buFont typeface="Times New Roman"/>
              <a:buNone/>
            </a:pPr>
            <a:r>
              <a:rPr lang="en-GB" sz="800">
                <a:solidFill>
                  <a:srgbClr val="F2F2F2"/>
                </a:solidFill>
                <a:latin typeface="Times New Roman"/>
                <a:ea typeface="Times New Roman"/>
                <a:cs typeface="Times New Roman"/>
                <a:sym typeface="Times New Roman"/>
              </a:rPr>
              <a:t>Real-time tracking keeps citizens informed</a:t>
            </a:r>
            <a:endParaRPr sz="800">
              <a:solidFill>
                <a:srgbClr val="F2F2F2"/>
              </a:solidFill>
              <a:latin typeface="Times New Roman"/>
              <a:ea typeface="Times New Roman"/>
              <a:cs typeface="Times New Roman"/>
              <a:sym typeface="Times New Roman"/>
            </a:endParaRPr>
          </a:p>
        </p:txBody>
      </p:sp>
      <p:sp>
        <p:nvSpPr>
          <p:cNvPr id="339" name="Google Shape;339;p36"/>
          <p:cNvSpPr/>
          <p:nvPr/>
        </p:nvSpPr>
        <p:spPr>
          <a:xfrm>
            <a:off x="6426668" y="4236824"/>
            <a:ext cx="2478524" cy="317629"/>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2F2F2"/>
              </a:buClr>
              <a:buSzPts val="2500"/>
              <a:buFont typeface="Times New Roman"/>
              <a:buNone/>
            </a:pPr>
            <a:r>
              <a:rPr b="1" lang="en-GB" sz="2500">
                <a:solidFill>
                  <a:srgbClr val="F2F2F2"/>
                </a:solidFill>
                <a:latin typeface="Times New Roman"/>
                <a:ea typeface="Times New Roman"/>
                <a:cs typeface="Times New Roman"/>
                <a:sym typeface="Times New Roman"/>
              </a:rPr>
              <a:t>24/7</a:t>
            </a:r>
            <a:endParaRPr sz="2500">
              <a:solidFill>
                <a:srgbClr val="F2F2F2"/>
              </a:solidFill>
              <a:latin typeface="Times New Roman"/>
              <a:ea typeface="Times New Roman"/>
              <a:cs typeface="Times New Roman"/>
              <a:sym typeface="Times New Roman"/>
            </a:endParaRPr>
          </a:p>
        </p:txBody>
      </p:sp>
      <p:sp>
        <p:nvSpPr>
          <p:cNvPr id="340" name="Google Shape;340;p36"/>
          <p:cNvSpPr/>
          <p:nvPr/>
        </p:nvSpPr>
        <p:spPr>
          <a:xfrm>
            <a:off x="7034155" y="4649198"/>
            <a:ext cx="1263461" cy="157876"/>
          </a:xfrm>
          <a:prstGeom prst="rect">
            <a:avLst/>
          </a:prstGeom>
          <a:noFill/>
          <a:ln>
            <a:noFill/>
          </a:ln>
        </p:spPr>
        <p:txBody>
          <a:bodyPr anchorCtr="0" anchor="t" bIns="0" lIns="0" spcFirstLastPara="1" rIns="0" wrap="square" tIns="0">
            <a:noAutofit/>
          </a:bodyPr>
          <a:lstStyle/>
          <a:p>
            <a:pPr indent="0" lvl="0" marL="0" marR="0" rtl="0" algn="ctr">
              <a:lnSpc>
                <a:spcPct val="126923"/>
              </a:lnSpc>
              <a:spcBef>
                <a:spcPts val="0"/>
              </a:spcBef>
              <a:spcAft>
                <a:spcPts val="0"/>
              </a:spcAft>
              <a:buClr>
                <a:srgbClr val="F2F2F2"/>
              </a:buClr>
              <a:buSzPts val="1000"/>
              <a:buFont typeface="Times New Roman"/>
              <a:buNone/>
            </a:pPr>
            <a:r>
              <a:rPr b="1" lang="en-GB" sz="1000">
                <a:solidFill>
                  <a:srgbClr val="F2F2F2"/>
                </a:solidFill>
                <a:latin typeface="Times New Roman"/>
                <a:ea typeface="Times New Roman"/>
                <a:cs typeface="Times New Roman"/>
                <a:sym typeface="Times New Roman"/>
              </a:rPr>
              <a:t>Availability</a:t>
            </a:r>
            <a:endParaRPr sz="1000">
              <a:solidFill>
                <a:srgbClr val="F2F2F2"/>
              </a:solidFill>
              <a:latin typeface="Times New Roman"/>
              <a:ea typeface="Times New Roman"/>
              <a:cs typeface="Times New Roman"/>
              <a:sym typeface="Times New Roman"/>
            </a:endParaRPr>
          </a:p>
        </p:txBody>
      </p:sp>
      <p:sp>
        <p:nvSpPr>
          <p:cNvPr id="341" name="Google Shape;341;p36"/>
          <p:cNvSpPr/>
          <p:nvPr/>
        </p:nvSpPr>
        <p:spPr>
          <a:xfrm>
            <a:off x="6426668" y="4844401"/>
            <a:ext cx="2478524" cy="126802"/>
          </a:xfrm>
          <a:prstGeom prst="rect">
            <a:avLst/>
          </a:prstGeom>
          <a:noFill/>
          <a:ln>
            <a:noFill/>
          </a:ln>
        </p:spPr>
        <p:txBody>
          <a:bodyPr anchorCtr="0" anchor="t" bIns="0" lIns="0" spcFirstLastPara="1" rIns="0" wrap="square" tIns="0">
            <a:noAutofit/>
          </a:bodyPr>
          <a:lstStyle/>
          <a:p>
            <a:pPr indent="0" lvl="0" marL="0" marR="0" rtl="0" algn="ctr">
              <a:lnSpc>
                <a:spcPct val="130000"/>
              </a:lnSpc>
              <a:spcBef>
                <a:spcPts val="0"/>
              </a:spcBef>
              <a:spcAft>
                <a:spcPts val="0"/>
              </a:spcAft>
              <a:buClr>
                <a:srgbClr val="F2F2F2"/>
              </a:buClr>
              <a:buSzPts val="800"/>
              <a:buFont typeface="Times New Roman"/>
              <a:buNone/>
            </a:pPr>
            <a:r>
              <a:rPr lang="en-GB" sz="800">
                <a:solidFill>
                  <a:srgbClr val="F2F2F2"/>
                </a:solidFill>
                <a:latin typeface="Times New Roman"/>
                <a:ea typeface="Times New Roman"/>
                <a:cs typeface="Times New Roman"/>
                <a:sym typeface="Times New Roman"/>
              </a:rPr>
              <a:t>Continuous monitoring and reporting capability</a:t>
            </a:r>
            <a:endParaRPr sz="800">
              <a:solidFill>
                <a:srgbClr val="F2F2F2"/>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37"/>
          <p:cNvSpPr/>
          <p:nvPr/>
        </p:nvSpPr>
        <p:spPr>
          <a:xfrm>
            <a:off x="302843" y="97666"/>
            <a:ext cx="2809547" cy="351116"/>
          </a:xfrm>
          <a:prstGeom prst="rect">
            <a:avLst/>
          </a:prstGeom>
          <a:noFill/>
          <a:ln>
            <a:noFill/>
          </a:ln>
        </p:spPr>
        <p:txBody>
          <a:bodyPr anchorCtr="0" anchor="t" bIns="0" lIns="0" spcFirstLastPara="1" rIns="0" wrap="square" tIns="0">
            <a:noAutofit/>
          </a:bodyPr>
          <a:lstStyle/>
          <a:p>
            <a:pPr indent="0" lvl="0" marL="0" marR="0" rtl="0" algn="l">
              <a:lnSpc>
                <a:spcPct val="114062"/>
              </a:lnSpc>
              <a:spcBef>
                <a:spcPts val="0"/>
              </a:spcBef>
              <a:spcAft>
                <a:spcPts val="0"/>
              </a:spcAft>
              <a:buClr>
                <a:srgbClr val="F2F2F2"/>
              </a:buClr>
              <a:buSzPts val="2200"/>
              <a:buFont typeface="Times New Roman"/>
              <a:buNone/>
            </a:pPr>
            <a:r>
              <a:rPr b="1" lang="en-GB" sz="2200">
                <a:solidFill>
                  <a:srgbClr val="F2F2F2"/>
                </a:solidFill>
                <a:latin typeface="Times New Roman"/>
                <a:ea typeface="Times New Roman"/>
                <a:cs typeface="Times New Roman"/>
                <a:sym typeface="Times New Roman"/>
              </a:rPr>
              <a:t>Future </a:t>
            </a:r>
            <a:r>
              <a:rPr b="1" lang="en-GB" sz="2400">
                <a:solidFill>
                  <a:srgbClr val="F2F2F2"/>
                </a:solidFill>
                <a:latin typeface="Times New Roman"/>
                <a:ea typeface="Times New Roman"/>
                <a:cs typeface="Times New Roman"/>
                <a:sym typeface="Times New Roman"/>
              </a:rPr>
              <a:t>Improvements</a:t>
            </a:r>
            <a:endParaRPr sz="2400">
              <a:solidFill>
                <a:srgbClr val="F2F2F2"/>
              </a:solidFill>
              <a:latin typeface="Times New Roman"/>
              <a:ea typeface="Times New Roman"/>
              <a:cs typeface="Times New Roman"/>
              <a:sym typeface="Times New Roman"/>
            </a:endParaRPr>
          </a:p>
        </p:txBody>
      </p:sp>
      <p:sp>
        <p:nvSpPr>
          <p:cNvPr id="347" name="Google Shape;347;p37"/>
          <p:cNvSpPr/>
          <p:nvPr/>
        </p:nvSpPr>
        <p:spPr>
          <a:xfrm>
            <a:off x="302853" y="560500"/>
            <a:ext cx="3608700" cy="2106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Next Generation Enhancements</a:t>
            </a:r>
            <a:endParaRPr sz="1500">
              <a:solidFill>
                <a:srgbClr val="F2F2F2"/>
              </a:solidFill>
              <a:latin typeface="Times New Roman"/>
              <a:ea typeface="Times New Roman"/>
              <a:cs typeface="Times New Roman"/>
              <a:sym typeface="Times New Roman"/>
            </a:endParaRPr>
          </a:p>
        </p:txBody>
      </p:sp>
      <p:sp>
        <p:nvSpPr>
          <p:cNvPr id="348" name="Google Shape;348;p37"/>
          <p:cNvSpPr/>
          <p:nvPr/>
        </p:nvSpPr>
        <p:spPr>
          <a:xfrm>
            <a:off x="302843" y="966077"/>
            <a:ext cx="4181684" cy="901987"/>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49" name="Google Shape;349;p37"/>
          <p:cNvSpPr/>
          <p:nvPr/>
        </p:nvSpPr>
        <p:spPr>
          <a:xfrm>
            <a:off x="302843" y="954647"/>
            <a:ext cx="4181684"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0" name="Google Shape;350;p37"/>
          <p:cNvSpPr/>
          <p:nvPr/>
        </p:nvSpPr>
        <p:spPr>
          <a:xfrm>
            <a:off x="2233130" y="805611"/>
            <a:ext cx="321023" cy="321022"/>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1" name="Google Shape;351;p37"/>
          <p:cNvSpPr/>
          <p:nvPr/>
        </p:nvSpPr>
        <p:spPr>
          <a:xfrm>
            <a:off x="2364316" y="874414"/>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1</a:t>
            </a:r>
            <a:endParaRPr sz="1000">
              <a:solidFill>
                <a:schemeClr val="lt1"/>
              </a:solidFill>
              <a:latin typeface="Times New Roman"/>
              <a:ea typeface="Times New Roman"/>
              <a:cs typeface="Times New Roman"/>
              <a:sym typeface="Times New Roman"/>
            </a:endParaRPr>
          </a:p>
        </p:txBody>
      </p:sp>
      <p:sp>
        <p:nvSpPr>
          <p:cNvPr id="352" name="Google Shape;352;p37"/>
          <p:cNvSpPr/>
          <p:nvPr/>
        </p:nvSpPr>
        <p:spPr>
          <a:xfrm>
            <a:off x="421249" y="1233600"/>
            <a:ext cx="2510100" cy="17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Google Login Integration</a:t>
            </a:r>
            <a:endParaRPr sz="1200">
              <a:solidFill>
                <a:schemeClr val="lt1"/>
              </a:solidFill>
              <a:latin typeface="Times New Roman"/>
              <a:ea typeface="Times New Roman"/>
              <a:cs typeface="Times New Roman"/>
              <a:sym typeface="Times New Roman"/>
            </a:endParaRPr>
          </a:p>
        </p:txBody>
      </p:sp>
      <p:sp>
        <p:nvSpPr>
          <p:cNvPr id="353" name="Google Shape;353;p37"/>
          <p:cNvSpPr/>
          <p:nvPr/>
        </p:nvSpPr>
        <p:spPr>
          <a:xfrm>
            <a:off x="421251" y="1455335"/>
            <a:ext cx="3944868" cy="294322"/>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Streamlined authentication allowing citizens to sign in with existing Google accounts, reducing friction in user onboarding</a:t>
            </a:r>
            <a:endParaRPr sz="1100">
              <a:solidFill>
                <a:schemeClr val="lt1"/>
              </a:solidFill>
              <a:latin typeface="Times New Roman"/>
              <a:ea typeface="Times New Roman"/>
              <a:cs typeface="Times New Roman"/>
              <a:sym typeface="Times New Roman"/>
            </a:endParaRPr>
          </a:p>
        </p:txBody>
      </p:sp>
      <p:sp>
        <p:nvSpPr>
          <p:cNvPr id="354" name="Google Shape;354;p37"/>
          <p:cNvSpPr/>
          <p:nvPr/>
        </p:nvSpPr>
        <p:spPr>
          <a:xfrm>
            <a:off x="4561411" y="966077"/>
            <a:ext cx="4181773" cy="901987"/>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5" name="Google Shape;355;p37"/>
          <p:cNvSpPr/>
          <p:nvPr/>
        </p:nvSpPr>
        <p:spPr>
          <a:xfrm>
            <a:off x="4561411" y="954647"/>
            <a:ext cx="4181773"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6" name="Google Shape;356;p37"/>
          <p:cNvSpPr/>
          <p:nvPr/>
        </p:nvSpPr>
        <p:spPr>
          <a:xfrm>
            <a:off x="6491786" y="805611"/>
            <a:ext cx="321022" cy="321022"/>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57" name="Google Shape;357;p37"/>
          <p:cNvSpPr/>
          <p:nvPr/>
        </p:nvSpPr>
        <p:spPr>
          <a:xfrm>
            <a:off x="6626149" y="874414"/>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2</a:t>
            </a:r>
            <a:endParaRPr sz="1000">
              <a:solidFill>
                <a:schemeClr val="lt1"/>
              </a:solidFill>
              <a:latin typeface="Times New Roman"/>
              <a:ea typeface="Times New Roman"/>
              <a:cs typeface="Times New Roman"/>
              <a:sym typeface="Times New Roman"/>
            </a:endParaRPr>
          </a:p>
        </p:txBody>
      </p:sp>
      <p:sp>
        <p:nvSpPr>
          <p:cNvPr id="358" name="Google Shape;358;p37"/>
          <p:cNvSpPr/>
          <p:nvPr/>
        </p:nvSpPr>
        <p:spPr>
          <a:xfrm>
            <a:off x="4679829" y="1233600"/>
            <a:ext cx="2426700" cy="17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AI Image Verification</a:t>
            </a:r>
            <a:endParaRPr sz="1200">
              <a:solidFill>
                <a:schemeClr val="lt1"/>
              </a:solidFill>
              <a:latin typeface="Times New Roman"/>
              <a:ea typeface="Times New Roman"/>
              <a:cs typeface="Times New Roman"/>
              <a:sym typeface="Times New Roman"/>
            </a:endParaRPr>
          </a:p>
        </p:txBody>
      </p:sp>
      <p:sp>
        <p:nvSpPr>
          <p:cNvPr id="359" name="Google Shape;359;p37"/>
          <p:cNvSpPr/>
          <p:nvPr/>
        </p:nvSpPr>
        <p:spPr>
          <a:xfrm>
            <a:off x="4679819" y="1455335"/>
            <a:ext cx="3944957" cy="294322"/>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Advanced computer vision for automatic pothole detection and classification from uploaded images, reducing manual categorization</a:t>
            </a:r>
            <a:endParaRPr sz="1100">
              <a:solidFill>
                <a:schemeClr val="lt1"/>
              </a:solidFill>
              <a:latin typeface="Times New Roman"/>
              <a:ea typeface="Times New Roman"/>
              <a:cs typeface="Times New Roman"/>
              <a:sym typeface="Times New Roman"/>
            </a:endParaRPr>
          </a:p>
        </p:txBody>
      </p:sp>
      <p:sp>
        <p:nvSpPr>
          <p:cNvPr id="360" name="Google Shape;360;p37"/>
          <p:cNvSpPr/>
          <p:nvPr/>
        </p:nvSpPr>
        <p:spPr>
          <a:xfrm>
            <a:off x="302843" y="2105417"/>
            <a:ext cx="4181684" cy="901988"/>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1" name="Google Shape;361;p37"/>
          <p:cNvSpPr/>
          <p:nvPr/>
        </p:nvSpPr>
        <p:spPr>
          <a:xfrm>
            <a:off x="302843" y="2093987"/>
            <a:ext cx="4181684"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2" name="Google Shape;362;p37"/>
          <p:cNvSpPr/>
          <p:nvPr/>
        </p:nvSpPr>
        <p:spPr>
          <a:xfrm>
            <a:off x="2233130" y="1944949"/>
            <a:ext cx="321023" cy="321023"/>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3" name="Google Shape;363;p37"/>
          <p:cNvSpPr/>
          <p:nvPr/>
        </p:nvSpPr>
        <p:spPr>
          <a:xfrm>
            <a:off x="2364316" y="2018197"/>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3</a:t>
            </a:r>
            <a:endParaRPr sz="1000">
              <a:solidFill>
                <a:schemeClr val="lt1"/>
              </a:solidFill>
              <a:latin typeface="Times New Roman"/>
              <a:ea typeface="Times New Roman"/>
              <a:cs typeface="Times New Roman"/>
              <a:sym typeface="Times New Roman"/>
            </a:endParaRPr>
          </a:p>
        </p:txBody>
      </p:sp>
      <p:sp>
        <p:nvSpPr>
          <p:cNvPr id="364" name="Google Shape;364;p37"/>
          <p:cNvSpPr/>
          <p:nvPr/>
        </p:nvSpPr>
        <p:spPr>
          <a:xfrm>
            <a:off x="421251" y="2372950"/>
            <a:ext cx="1404729" cy="175558"/>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Mobile Application</a:t>
            </a:r>
            <a:endParaRPr sz="1200">
              <a:solidFill>
                <a:schemeClr val="lt1"/>
              </a:solidFill>
              <a:latin typeface="Times New Roman"/>
              <a:ea typeface="Times New Roman"/>
              <a:cs typeface="Times New Roman"/>
              <a:sym typeface="Times New Roman"/>
            </a:endParaRPr>
          </a:p>
        </p:txBody>
      </p:sp>
      <p:sp>
        <p:nvSpPr>
          <p:cNvPr id="365" name="Google Shape;365;p37"/>
          <p:cNvSpPr/>
          <p:nvPr/>
        </p:nvSpPr>
        <p:spPr>
          <a:xfrm>
            <a:off x="421251" y="2594674"/>
            <a:ext cx="3944868" cy="294322"/>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Dedicated iOS and Android apps providing enhanced mobile experience with push notifications and offline functionality</a:t>
            </a:r>
            <a:endParaRPr sz="1100">
              <a:solidFill>
                <a:schemeClr val="lt1"/>
              </a:solidFill>
              <a:latin typeface="Times New Roman"/>
              <a:ea typeface="Times New Roman"/>
              <a:cs typeface="Times New Roman"/>
              <a:sym typeface="Times New Roman"/>
            </a:endParaRPr>
          </a:p>
        </p:txBody>
      </p:sp>
      <p:sp>
        <p:nvSpPr>
          <p:cNvPr id="366" name="Google Shape;366;p37"/>
          <p:cNvSpPr/>
          <p:nvPr/>
        </p:nvSpPr>
        <p:spPr>
          <a:xfrm>
            <a:off x="4561411" y="2105417"/>
            <a:ext cx="4181773" cy="901988"/>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7" name="Google Shape;367;p37"/>
          <p:cNvSpPr/>
          <p:nvPr/>
        </p:nvSpPr>
        <p:spPr>
          <a:xfrm>
            <a:off x="4561411" y="2093987"/>
            <a:ext cx="4181773"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8" name="Google Shape;368;p37"/>
          <p:cNvSpPr/>
          <p:nvPr/>
        </p:nvSpPr>
        <p:spPr>
          <a:xfrm>
            <a:off x="6465638" y="1961380"/>
            <a:ext cx="321023" cy="321022"/>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69" name="Google Shape;369;p37"/>
          <p:cNvSpPr/>
          <p:nvPr/>
        </p:nvSpPr>
        <p:spPr>
          <a:xfrm>
            <a:off x="6588049" y="2025228"/>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4</a:t>
            </a:r>
            <a:endParaRPr sz="1000">
              <a:solidFill>
                <a:schemeClr val="lt1"/>
              </a:solidFill>
              <a:latin typeface="Times New Roman"/>
              <a:ea typeface="Times New Roman"/>
              <a:cs typeface="Times New Roman"/>
              <a:sym typeface="Times New Roman"/>
            </a:endParaRPr>
          </a:p>
        </p:txBody>
      </p:sp>
      <p:sp>
        <p:nvSpPr>
          <p:cNvPr id="370" name="Google Shape;370;p37"/>
          <p:cNvSpPr/>
          <p:nvPr/>
        </p:nvSpPr>
        <p:spPr>
          <a:xfrm>
            <a:off x="4679829" y="2372950"/>
            <a:ext cx="2559900" cy="17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Department-Based Roles</a:t>
            </a:r>
            <a:endParaRPr sz="1200">
              <a:solidFill>
                <a:schemeClr val="lt1"/>
              </a:solidFill>
              <a:latin typeface="Times New Roman"/>
              <a:ea typeface="Times New Roman"/>
              <a:cs typeface="Times New Roman"/>
              <a:sym typeface="Times New Roman"/>
            </a:endParaRPr>
          </a:p>
        </p:txBody>
      </p:sp>
      <p:sp>
        <p:nvSpPr>
          <p:cNvPr id="371" name="Google Shape;371;p37"/>
          <p:cNvSpPr/>
          <p:nvPr/>
        </p:nvSpPr>
        <p:spPr>
          <a:xfrm>
            <a:off x="4679819" y="2594674"/>
            <a:ext cx="3944957" cy="294322"/>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Granular admin permissions allowing different municipal departments to manage their specific complaint categories efficiently</a:t>
            </a:r>
            <a:endParaRPr sz="1100">
              <a:solidFill>
                <a:schemeClr val="lt1"/>
              </a:solidFill>
              <a:latin typeface="Times New Roman"/>
              <a:ea typeface="Times New Roman"/>
              <a:cs typeface="Times New Roman"/>
              <a:sym typeface="Times New Roman"/>
            </a:endParaRPr>
          </a:p>
        </p:txBody>
      </p:sp>
      <p:sp>
        <p:nvSpPr>
          <p:cNvPr id="372" name="Google Shape;372;p37"/>
          <p:cNvSpPr/>
          <p:nvPr/>
        </p:nvSpPr>
        <p:spPr>
          <a:xfrm>
            <a:off x="302843" y="3244755"/>
            <a:ext cx="4181684" cy="901988"/>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3" name="Google Shape;373;p37"/>
          <p:cNvSpPr/>
          <p:nvPr/>
        </p:nvSpPr>
        <p:spPr>
          <a:xfrm>
            <a:off x="302843" y="3233325"/>
            <a:ext cx="4181684"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4" name="Google Shape;374;p37"/>
          <p:cNvSpPr/>
          <p:nvPr/>
        </p:nvSpPr>
        <p:spPr>
          <a:xfrm>
            <a:off x="2203805" y="3095362"/>
            <a:ext cx="321023" cy="321022"/>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5" name="Google Shape;375;p37"/>
          <p:cNvSpPr/>
          <p:nvPr/>
        </p:nvSpPr>
        <p:spPr>
          <a:xfrm>
            <a:off x="2329391" y="3164567"/>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5</a:t>
            </a:r>
            <a:endParaRPr sz="1000">
              <a:solidFill>
                <a:schemeClr val="lt1"/>
              </a:solidFill>
              <a:latin typeface="Times New Roman"/>
              <a:ea typeface="Times New Roman"/>
              <a:cs typeface="Times New Roman"/>
              <a:sym typeface="Times New Roman"/>
            </a:endParaRPr>
          </a:p>
        </p:txBody>
      </p:sp>
      <p:sp>
        <p:nvSpPr>
          <p:cNvPr id="376" name="Google Shape;376;p37"/>
          <p:cNvSpPr/>
          <p:nvPr/>
        </p:nvSpPr>
        <p:spPr>
          <a:xfrm>
            <a:off x="421249" y="3512300"/>
            <a:ext cx="2921400" cy="175500"/>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SMS &amp; Email Notifications</a:t>
            </a:r>
            <a:endParaRPr sz="1200">
              <a:solidFill>
                <a:schemeClr val="lt1"/>
              </a:solidFill>
              <a:latin typeface="Times New Roman"/>
              <a:ea typeface="Times New Roman"/>
              <a:cs typeface="Times New Roman"/>
              <a:sym typeface="Times New Roman"/>
            </a:endParaRPr>
          </a:p>
        </p:txBody>
      </p:sp>
      <p:sp>
        <p:nvSpPr>
          <p:cNvPr id="377" name="Google Shape;377;p37"/>
          <p:cNvSpPr/>
          <p:nvPr/>
        </p:nvSpPr>
        <p:spPr>
          <a:xfrm>
            <a:off x="421251" y="3734013"/>
            <a:ext cx="3945000" cy="294300"/>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Multi-channel alerts keeping citizens informed about complaint status changes and resolution updates</a:t>
            </a:r>
            <a:endParaRPr sz="1100">
              <a:solidFill>
                <a:schemeClr val="lt1"/>
              </a:solidFill>
              <a:latin typeface="Times New Roman"/>
              <a:ea typeface="Times New Roman"/>
              <a:cs typeface="Times New Roman"/>
              <a:sym typeface="Times New Roman"/>
            </a:endParaRPr>
          </a:p>
        </p:txBody>
      </p:sp>
      <p:sp>
        <p:nvSpPr>
          <p:cNvPr id="378" name="Google Shape;378;p37"/>
          <p:cNvSpPr/>
          <p:nvPr/>
        </p:nvSpPr>
        <p:spPr>
          <a:xfrm>
            <a:off x="4561411" y="3244755"/>
            <a:ext cx="4181773" cy="901988"/>
          </a:xfrm>
          <a:prstGeom prst="roundRect">
            <a:avLst>
              <a:gd fmla="val 6083" name="adj"/>
            </a:avLst>
          </a:prstGeom>
          <a:solidFill>
            <a:srgbClr val="FFFFFF">
              <a:alpha val="94901"/>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79" name="Google Shape;379;p37"/>
          <p:cNvSpPr/>
          <p:nvPr/>
        </p:nvSpPr>
        <p:spPr>
          <a:xfrm>
            <a:off x="4561411" y="3233325"/>
            <a:ext cx="4181773" cy="45720"/>
          </a:xfrm>
          <a:prstGeom prst="roundRect">
            <a:avLst>
              <a:gd fmla="val 98325"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0" name="Google Shape;380;p37"/>
          <p:cNvSpPr/>
          <p:nvPr/>
        </p:nvSpPr>
        <p:spPr>
          <a:xfrm>
            <a:off x="6465638" y="3095362"/>
            <a:ext cx="321023" cy="321022"/>
          </a:xfrm>
          <a:prstGeom prst="roundRect">
            <a:avLst>
              <a:gd fmla="val 21363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81" name="Google Shape;381;p37"/>
          <p:cNvSpPr/>
          <p:nvPr/>
        </p:nvSpPr>
        <p:spPr>
          <a:xfrm>
            <a:off x="6588049" y="3164567"/>
            <a:ext cx="128409" cy="160466"/>
          </a:xfrm>
          <a:prstGeom prst="rect">
            <a:avLst/>
          </a:prstGeom>
          <a:noFill/>
          <a:ln>
            <a:noFill/>
          </a:ln>
        </p:spPr>
        <p:txBody>
          <a:bodyPr anchorCtr="0" anchor="t" bIns="0" lIns="0" spcFirstLastPara="1" rIns="0" wrap="square" tIns="0">
            <a:noAutofit/>
          </a:bodyPr>
          <a:lstStyle/>
          <a:p>
            <a:pPr indent="0" lvl="0" marL="0" marR="0" rtl="0" algn="l">
              <a:lnSpc>
                <a:spcPct val="142307"/>
              </a:lnSpc>
              <a:spcBef>
                <a:spcPts val="0"/>
              </a:spcBef>
              <a:spcAft>
                <a:spcPts val="0"/>
              </a:spcAft>
              <a:buClr>
                <a:srgbClr val="FFFFFF"/>
              </a:buClr>
              <a:buSzPts val="1000"/>
              <a:buFont typeface="Times New Roman"/>
              <a:buNone/>
            </a:pPr>
            <a:r>
              <a:rPr b="1" lang="en-GB" sz="1000">
                <a:solidFill>
                  <a:srgbClr val="FFFFFF"/>
                </a:solidFill>
                <a:latin typeface="Times New Roman"/>
                <a:ea typeface="Times New Roman"/>
                <a:cs typeface="Times New Roman"/>
                <a:sym typeface="Times New Roman"/>
              </a:rPr>
              <a:t>6</a:t>
            </a:r>
            <a:endParaRPr sz="1000">
              <a:solidFill>
                <a:schemeClr val="lt1"/>
              </a:solidFill>
              <a:latin typeface="Times New Roman"/>
              <a:ea typeface="Times New Roman"/>
              <a:cs typeface="Times New Roman"/>
              <a:sym typeface="Times New Roman"/>
            </a:endParaRPr>
          </a:p>
        </p:txBody>
      </p:sp>
      <p:sp>
        <p:nvSpPr>
          <p:cNvPr id="382" name="Google Shape;382;p37"/>
          <p:cNvSpPr/>
          <p:nvPr/>
        </p:nvSpPr>
        <p:spPr>
          <a:xfrm>
            <a:off x="4679819" y="3512288"/>
            <a:ext cx="1404729" cy="175558"/>
          </a:xfrm>
          <a:prstGeom prst="rect">
            <a:avLst/>
          </a:prstGeom>
          <a:noFill/>
          <a:ln>
            <a:noFill/>
          </a:ln>
        </p:spPr>
        <p:txBody>
          <a:bodyPr anchorCtr="0" anchor="t" bIns="0" lIns="0" spcFirstLastPara="1" rIns="0" wrap="square" tIns="0">
            <a:noAutofit/>
          </a:bodyPr>
          <a:lstStyle/>
          <a:p>
            <a:pPr indent="0" lvl="0" marL="0" marR="0" rtl="0" algn="l">
              <a:lnSpc>
                <a:spcPct val="112500"/>
              </a:lnSpc>
              <a:spcBef>
                <a:spcPts val="0"/>
              </a:spcBef>
              <a:spcAft>
                <a:spcPts val="0"/>
              </a:spcAft>
              <a:buClr>
                <a:srgbClr val="272525"/>
              </a:buClr>
              <a:buSzPts val="1200"/>
              <a:buFont typeface="Times New Roman"/>
              <a:buNone/>
            </a:pPr>
            <a:r>
              <a:rPr b="1" lang="en-GB" sz="1200">
                <a:solidFill>
                  <a:srgbClr val="272525"/>
                </a:solidFill>
                <a:latin typeface="Times New Roman"/>
                <a:ea typeface="Times New Roman"/>
                <a:cs typeface="Times New Roman"/>
                <a:sym typeface="Times New Roman"/>
              </a:rPr>
              <a:t>Real-Time Analytics</a:t>
            </a:r>
            <a:endParaRPr sz="1200">
              <a:solidFill>
                <a:schemeClr val="lt1"/>
              </a:solidFill>
              <a:latin typeface="Times New Roman"/>
              <a:ea typeface="Times New Roman"/>
              <a:cs typeface="Times New Roman"/>
              <a:sym typeface="Times New Roman"/>
            </a:endParaRPr>
          </a:p>
        </p:txBody>
      </p:sp>
      <p:sp>
        <p:nvSpPr>
          <p:cNvPr id="383" name="Google Shape;383;p37"/>
          <p:cNvSpPr/>
          <p:nvPr/>
        </p:nvSpPr>
        <p:spPr>
          <a:xfrm>
            <a:off x="4679819" y="3734013"/>
            <a:ext cx="3944957" cy="294322"/>
          </a:xfrm>
          <a:prstGeom prst="rect">
            <a:avLst/>
          </a:prstGeom>
          <a:noFill/>
          <a:ln>
            <a:noFill/>
          </a:ln>
        </p:spPr>
        <p:txBody>
          <a:bodyPr anchorCtr="0" anchor="t" bIns="0" lIns="0" spcFirstLastPara="1" rIns="0" wrap="square" tIns="0">
            <a:noAutofit/>
          </a:bodyPr>
          <a:lstStyle/>
          <a:p>
            <a:pPr indent="0" lvl="0" marL="0" marR="0" rtl="0" algn="l">
              <a:lnSpc>
                <a:spcPct val="107142"/>
              </a:lnSpc>
              <a:spcBef>
                <a:spcPts val="0"/>
              </a:spcBef>
              <a:spcAft>
                <a:spcPts val="0"/>
              </a:spcAft>
              <a:buClr>
                <a:srgbClr val="272525"/>
              </a:buClr>
              <a:buSzPts val="1100"/>
              <a:buFont typeface="Times New Roman"/>
              <a:buNone/>
            </a:pPr>
            <a:r>
              <a:rPr lang="en-GB" sz="1100">
                <a:solidFill>
                  <a:srgbClr val="272525"/>
                </a:solidFill>
                <a:latin typeface="Times New Roman"/>
                <a:ea typeface="Times New Roman"/>
                <a:cs typeface="Times New Roman"/>
                <a:sym typeface="Times New Roman"/>
              </a:rPr>
              <a:t>Live dashboard displaying complaint trends, response times, and civic health metrics for city administrators</a:t>
            </a:r>
            <a:endParaRPr sz="1100">
              <a:solidFill>
                <a:schemeClr val="lt1"/>
              </a:solidFill>
              <a:latin typeface="Times New Roman"/>
              <a:ea typeface="Times New Roman"/>
              <a:cs typeface="Times New Roman"/>
              <a:sym typeface="Times New Roman"/>
            </a:endParaRPr>
          </a:p>
        </p:txBody>
      </p:sp>
      <p:sp>
        <p:nvSpPr>
          <p:cNvPr id="384" name="Google Shape;384;p37"/>
          <p:cNvSpPr/>
          <p:nvPr/>
        </p:nvSpPr>
        <p:spPr>
          <a:xfrm>
            <a:off x="302843" y="4262114"/>
            <a:ext cx="1685747" cy="210741"/>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F2F2F2"/>
              </a:buClr>
              <a:buSzPts val="1500"/>
              <a:buFont typeface="Times New Roman"/>
              <a:buNone/>
            </a:pPr>
            <a:r>
              <a:rPr b="1" lang="en-GB" sz="1500">
                <a:solidFill>
                  <a:srgbClr val="F2F2F2"/>
                </a:solidFill>
                <a:latin typeface="Times New Roman"/>
                <a:ea typeface="Times New Roman"/>
                <a:cs typeface="Times New Roman"/>
                <a:sym typeface="Times New Roman"/>
              </a:rPr>
              <a:t>Long-Term Impact</a:t>
            </a:r>
            <a:endParaRPr sz="1500">
              <a:solidFill>
                <a:srgbClr val="F2F2F2"/>
              </a:solidFill>
              <a:latin typeface="Times New Roman"/>
              <a:ea typeface="Times New Roman"/>
              <a:cs typeface="Times New Roman"/>
              <a:sym typeface="Times New Roman"/>
            </a:endParaRPr>
          </a:p>
        </p:txBody>
      </p:sp>
      <p:sp>
        <p:nvSpPr>
          <p:cNvPr id="385" name="Google Shape;385;p37"/>
          <p:cNvSpPr/>
          <p:nvPr/>
        </p:nvSpPr>
        <p:spPr>
          <a:xfrm>
            <a:off x="302843" y="4588227"/>
            <a:ext cx="8440341" cy="294322"/>
          </a:xfrm>
          <a:prstGeom prst="rect">
            <a:avLst/>
          </a:prstGeom>
          <a:noFill/>
          <a:ln>
            <a:noFill/>
          </a:ln>
        </p:spPr>
        <p:txBody>
          <a:bodyPr anchorCtr="0" anchor="t" bIns="0" lIns="0" spcFirstLastPara="1" rIns="0" wrap="square" tIns="0">
            <a:noAutofit/>
          </a:bodyPr>
          <a:lstStyle/>
          <a:p>
            <a:pPr indent="0" lvl="0" marL="0" marR="0" rtl="0" algn="l">
              <a:lnSpc>
                <a:spcPct val="93750"/>
              </a:lnSpc>
              <a:spcBef>
                <a:spcPts val="0"/>
              </a:spcBef>
              <a:spcAft>
                <a:spcPts val="0"/>
              </a:spcAft>
              <a:buClr>
                <a:srgbClr val="F2F2F2"/>
              </a:buClr>
              <a:buSzPts val="1200"/>
              <a:buFont typeface="Times New Roman"/>
              <a:buNone/>
            </a:pPr>
            <a:r>
              <a:rPr lang="en-GB" sz="1200">
                <a:solidFill>
                  <a:srgbClr val="F2F2F2"/>
                </a:solidFill>
                <a:latin typeface="Times New Roman"/>
                <a:ea typeface="Times New Roman"/>
                <a:cs typeface="Times New Roman"/>
                <a:sym typeface="Times New Roman"/>
              </a:rPr>
              <a:t>These enhancements will transform SCMSC into a comprehensive civic intelligence platform, supporting the development of smarter, more responsive cities through active citizen participation and data-driven municipal decision making.</a:t>
            </a:r>
            <a:endParaRPr sz="1200">
              <a:solidFill>
                <a:srgbClr val="F2F2F2"/>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38"/>
          <p:cNvSpPr/>
          <p:nvPr/>
        </p:nvSpPr>
        <p:spPr>
          <a:xfrm>
            <a:off x="238093" y="180697"/>
            <a:ext cx="3007876" cy="375940"/>
          </a:xfrm>
          <a:prstGeom prst="rect">
            <a:avLst/>
          </a:prstGeom>
          <a:noFill/>
          <a:ln>
            <a:noFill/>
          </a:ln>
        </p:spPr>
        <p:txBody>
          <a:bodyPr anchorCtr="0" anchor="t" bIns="0" lIns="0" spcFirstLastPara="1" rIns="0" wrap="square" tIns="0">
            <a:noAutofit/>
          </a:bodyPr>
          <a:lstStyle/>
          <a:p>
            <a:pPr indent="0" lvl="0" marL="0" marR="0" rtl="0" algn="l">
              <a:lnSpc>
                <a:spcPct val="121875"/>
              </a:lnSpc>
              <a:spcBef>
                <a:spcPts val="0"/>
              </a:spcBef>
              <a:spcAft>
                <a:spcPts val="0"/>
              </a:spcAft>
              <a:buClr>
                <a:srgbClr val="F2F2F2"/>
              </a:buClr>
              <a:buSzPts val="2400"/>
              <a:buFont typeface="Times New Roman"/>
              <a:buNone/>
            </a:pPr>
            <a:r>
              <a:rPr b="1" lang="en-GB" sz="2400">
                <a:solidFill>
                  <a:srgbClr val="F2F2F2"/>
                </a:solidFill>
                <a:latin typeface="Times New Roman"/>
                <a:ea typeface="Times New Roman"/>
                <a:cs typeface="Times New Roman"/>
                <a:sym typeface="Times New Roman"/>
              </a:rPr>
              <a:t>Conclusion</a:t>
            </a:r>
            <a:endParaRPr sz="2400">
              <a:solidFill>
                <a:srgbClr val="F2F2F2"/>
              </a:solidFill>
              <a:latin typeface="Times New Roman"/>
              <a:ea typeface="Times New Roman"/>
              <a:cs typeface="Times New Roman"/>
              <a:sym typeface="Times New Roman"/>
            </a:endParaRPr>
          </a:p>
        </p:txBody>
      </p:sp>
      <p:sp>
        <p:nvSpPr>
          <p:cNvPr id="391" name="Google Shape;391;p38"/>
          <p:cNvSpPr/>
          <p:nvPr/>
        </p:nvSpPr>
        <p:spPr>
          <a:xfrm>
            <a:off x="246665" y="667723"/>
            <a:ext cx="9035861" cy="324326"/>
          </a:xfrm>
          <a:prstGeom prst="rect">
            <a:avLst/>
          </a:prstGeom>
          <a:noFill/>
          <a:ln>
            <a:noFill/>
          </a:ln>
        </p:spPr>
        <p:txBody>
          <a:bodyPr anchorCtr="0" anchor="t" bIns="0" lIns="0" spcFirstLastPara="1" rIns="0" wrap="square" tIns="0">
            <a:noAutofit/>
          </a:bodyPr>
          <a:lstStyle/>
          <a:p>
            <a:pPr indent="0" lvl="0" marL="0" marR="0" rtl="0" algn="l">
              <a:lnSpc>
                <a:spcPct val="94444"/>
              </a:lnSpc>
              <a:spcBef>
                <a:spcPts val="0"/>
              </a:spcBef>
              <a:spcAft>
                <a:spcPts val="0"/>
              </a:spcAft>
              <a:buClr>
                <a:srgbClr val="F2F2F2"/>
              </a:buClr>
              <a:buSzPts val="1400"/>
              <a:buFont typeface="Times New Roman"/>
              <a:buNone/>
            </a:pPr>
            <a:r>
              <a:rPr lang="en-GB" sz="1400">
                <a:solidFill>
                  <a:srgbClr val="F2F2F2"/>
                </a:solidFill>
                <a:latin typeface="Times New Roman"/>
                <a:ea typeface="Times New Roman"/>
                <a:cs typeface="Times New Roman"/>
                <a:sym typeface="Times New Roman"/>
              </a:rPr>
              <a:t>The </a:t>
            </a:r>
            <a:r>
              <a:rPr b="1" lang="en-GB" sz="1400">
                <a:solidFill>
                  <a:srgbClr val="F2F2F2"/>
                </a:solidFill>
                <a:latin typeface="Times New Roman"/>
                <a:ea typeface="Times New Roman"/>
                <a:cs typeface="Times New Roman"/>
                <a:sym typeface="Times New Roman"/>
              </a:rPr>
              <a:t>Smart Civic Complaint Management System</a:t>
            </a:r>
            <a:r>
              <a:rPr lang="en-GB" sz="1400">
                <a:solidFill>
                  <a:srgbClr val="F2F2F2"/>
                </a:solidFill>
                <a:latin typeface="Times New Roman"/>
                <a:ea typeface="Times New Roman"/>
                <a:cs typeface="Times New Roman"/>
                <a:sym typeface="Times New Roman"/>
              </a:rPr>
              <a:t> enables citizens to report civic issues quickly and efficiently while helping municipal authorities respond with unprecedented speed and transparency.</a:t>
            </a:r>
            <a:endParaRPr sz="1400">
              <a:solidFill>
                <a:srgbClr val="F2F2F2"/>
              </a:solidFill>
              <a:latin typeface="Times New Roman"/>
              <a:ea typeface="Times New Roman"/>
              <a:cs typeface="Times New Roman"/>
              <a:sym typeface="Times New Roman"/>
            </a:endParaRPr>
          </a:p>
        </p:txBody>
      </p:sp>
      <p:sp>
        <p:nvSpPr>
          <p:cNvPr id="392" name="Google Shape;392;p38"/>
          <p:cNvSpPr/>
          <p:nvPr/>
        </p:nvSpPr>
        <p:spPr>
          <a:xfrm>
            <a:off x="238093" y="1156533"/>
            <a:ext cx="4473863" cy="1237565"/>
          </a:xfrm>
          <a:prstGeom prst="roundRect">
            <a:avLst>
              <a:gd fmla="val 3889"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3" name="Google Shape;393;p38"/>
          <p:cNvSpPr/>
          <p:nvPr/>
        </p:nvSpPr>
        <p:spPr>
          <a:xfrm>
            <a:off x="358375" y="1276816"/>
            <a:ext cx="343704" cy="343704"/>
          </a:xfrm>
          <a:prstGeom prst="roundRect">
            <a:avLst>
              <a:gd fmla="val 1995122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394" name="Google Shape;394;p38"/>
          <p:cNvPicPr preferRelativeResize="0"/>
          <p:nvPr/>
        </p:nvPicPr>
        <p:blipFill rotWithShape="1">
          <a:blip r:embed="rId3">
            <a:alphaModFix/>
          </a:blip>
          <a:srcRect b="0" l="0" r="0" t="0"/>
          <a:stretch/>
        </p:blipFill>
        <p:spPr>
          <a:xfrm>
            <a:off x="452852" y="1371292"/>
            <a:ext cx="154662" cy="154662"/>
          </a:xfrm>
          <a:prstGeom prst="rect">
            <a:avLst/>
          </a:prstGeom>
          <a:noFill/>
          <a:ln>
            <a:noFill/>
          </a:ln>
        </p:spPr>
      </p:pic>
      <p:sp>
        <p:nvSpPr>
          <p:cNvPr id="395" name="Google Shape;395;p38"/>
          <p:cNvSpPr/>
          <p:nvPr/>
        </p:nvSpPr>
        <p:spPr>
          <a:xfrm>
            <a:off x="358376" y="1708655"/>
            <a:ext cx="1503938" cy="18797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272525"/>
              </a:buClr>
              <a:buSzPts val="1400"/>
              <a:buFont typeface="Times New Roman"/>
              <a:buNone/>
            </a:pPr>
            <a:r>
              <a:rPr b="1" lang="en-GB" sz="1400">
                <a:solidFill>
                  <a:srgbClr val="272525"/>
                </a:solidFill>
                <a:latin typeface="Times New Roman"/>
                <a:ea typeface="Times New Roman"/>
                <a:cs typeface="Times New Roman"/>
                <a:sym typeface="Times New Roman"/>
              </a:rPr>
              <a:t>Faster Reporting</a:t>
            </a:r>
            <a:endParaRPr sz="1400">
              <a:solidFill>
                <a:schemeClr val="lt1"/>
              </a:solidFill>
              <a:latin typeface="Times New Roman"/>
              <a:ea typeface="Times New Roman"/>
              <a:cs typeface="Times New Roman"/>
              <a:sym typeface="Times New Roman"/>
            </a:endParaRPr>
          </a:p>
        </p:txBody>
      </p:sp>
      <p:sp>
        <p:nvSpPr>
          <p:cNvPr id="396" name="Google Shape;396;p38"/>
          <p:cNvSpPr/>
          <p:nvPr/>
        </p:nvSpPr>
        <p:spPr>
          <a:xfrm>
            <a:off x="358376" y="1949489"/>
            <a:ext cx="4233297" cy="324326"/>
          </a:xfrm>
          <a:prstGeom prst="rect">
            <a:avLst/>
          </a:prstGeom>
          <a:noFill/>
          <a:ln>
            <a:noFill/>
          </a:ln>
        </p:spPr>
        <p:txBody>
          <a:bodyPr anchorCtr="0" anchor="t" bIns="0" lIns="0" spcFirstLastPara="1" rIns="0" wrap="square" tIns="0">
            <a:noAutofit/>
          </a:bodyPr>
          <a:lstStyle/>
          <a:p>
            <a:pPr indent="0" lvl="0" marL="0" marR="0" rtl="0" algn="l">
              <a:lnSpc>
                <a:spcPct val="106250"/>
              </a:lnSpc>
              <a:spcBef>
                <a:spcPts val="0"/>
              </a:spcBef>
              <a:spcAft>
                <a:spcPts val="0"/>
              </a:spcAft>
              <a:buClr>
                <a:srgbClr val="272525"/>
              </a:buClr>
              <a:buSzPts val="1200"/>
              <a:buFont typeface="Times New Roman"/>
              <a:buNone/>
            </a:pPr>
            <a:r>
              <a:rPr lang="en-GB" sz="1200">
                <a:solidFill>
                  <a:srgbClr val="272525"/>
                </a:solidFill>
                <a:latin typeface="Times New Roman"/>
                <a:ea typeface="Times New Roman"/>
                <a:cs typeface="Times New Roman"/>
                <a:sym typeface="Times New Roman"/>
              </a:rPr>
              <a:t>Instant issue submission with photo evidence and automatic location detection</a:t>
            </a:r>
            <a:endParaRPr sz="1200">
              <a:solidFill>
                <a:schemeClr val="lt1"/>
              </a:solidFill>
              <a:latin typeface="Times New Roman"/>
              <a:ea typeface="Times New Roman"/>
              <a:cs typeface="Times New Roman"/>
              <a:sym typeface="Times New Roman"/>
            </a:endParaRPr>
          </a:p>
        </p:txBody>
      </p:sp>
      <p:sp>
        <p:nvSpPr>
          <p:cNvPr id="397" name="Google Shape;397;p38"/>
          <p:cNvSpPr/>
          <p:nvPr/>
        </p:nvSpPr>
        <p:spPr>
          <a:xfrm>
            <a:off x="4800092" y="1156533"/>
            <a:ext cx="4284912" cy="1237565"/>
          </a:xfrm>
          <a:prstGeom prst="roundRect">
            <a:avLst>
              <a:gd fmla="val 3889"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398" name="Google Shape;398;p38"/>
          <p:cNvSpPr/>
          <p:nvPr/>
        </p:nvSpPr>
        <p:spPr>
          <a:xfrm>
            <a:off x="4920374" y="1276816"/>
            <a:ext cx="343704" cy="343704"/>
          </a:xfrm>
          <a:prstGeom prst="roundRect">
            <a:avLst>
              <a:gd fmla="val 1995122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399" name="Google Shape;399;p38"/>
          <p:cNvPicPr preferRelativeResize="0"/>
          <p:nvPr/>
        </p:nvPicPr>
        <p:blipFill rotWithShape="1">
          <a:blip r:embed="rId4">
            <a:alphaModFix/>
          </a:blip>
          <a:srcRect b="0" l="0" r="0" t="0"/>
          <a:stretch/>
        </p:blipFill>
        <p:spPr>
          <a:xfrm>
            <a:off x="5014850" y="1371292"/>
            <a:ext cx="154662" cy="154662"/>
          </a:xfrm>
          <a:prstGeom prst="rect">
            <a:avLst/>
          </a:prstGeom>
          <a:noFill/>
          <a:ln>
            <a:noFill/>
          </a:ln>
        </p:spPr>
      </p:pic>
      <p:sp>
        <p:nvSpPr>
          <p:cNvPr id="400" name="Google Shape;400;p38"/>
          <p:cNvSpPr/>
          <p:nvPr/>
        </p:nvSpPr>
        <p:spPr>
          <a:xfrm>
            <a:off x="4920375" y="1708650"/>
            <a:ext cx="2403900" cy="18810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272525"/>
              </a:buClr>
              <a:buSzPts val="1400"/>
              <a:buFont typeface="Times New Roman"/>
              <a:buNone/>
            </a:pPr>
            <a:r>
              <a:rPr b="1" lang="en-GB" sz="1400">
                <a:solidFill>
                  <a:srgbClr val="272525"/>
                </a:solidFill>
                <a:latin typeface="Times New Roman"/>
                <a:ea typeface="Times New Roman"/>
                <a:cs typeface="Times New Roman"/>
                <a:sym typeface="Times New Roman"/>
              </a:rPr>
              <a:t>Real-Time Monitoring</a:t>
            </a:r>
            <a:endParaRPr sz="1400">
              <a:solidFill>
                <a:schemeClr val="lt1"/>
              </a:solidFill>
              <a:latin typeface="Times New Roman"/>
              <a:ea typeface="Times New Roman"/>
              <a:cs typeface="Times New Roman"/>
              <a:sym typeface="Times New Roman"/>
            </a:endParaRPr>
          </a:p>
        </p:txBody>
      </p:sp>
      <p:sp>
        <p:nvSpPr>
          <p:cNvPr id="401" name="Google Shape;401;p38"/>
          <p:cNvSpPr/>
          <p:nvPr/>
        </p:nvSpPr>
        <p:spPr>
          <a:xfrm>
            <a:off x="4920374" y="1949489"/>
            <a:ext cx="4233297" cy="324326"/>
          </a:xfrm>
          <a:prstGeom prst="rect">
            <a:avLst/>
          </a:prstGeom>
          <a:noFill/>
          <a:ln>
            <a:noFill/>
          </a:ln>
        </p:spPr>
        <p:txBody>
          <a:bodyPr anchorCtr="0" anchor="t" bIns="0" lIns="0" spcFirstLastPara="1" rIns="0" wrap="square" tIns="0">
            <a:noAutofit/>
          </a:bodyPr>
          <a:lstStyle/>
          <a:p>
            <a:pPr indent="0" lvl="0" marL="0" marR="0" rtl="0" algn="l">
              <a:lnSpc>
                <a:spcPct val="106250"/>
              </a:lnSpc>
              <a:spcBef>
                <a:spcPts val="0"/>
              </a:spcBef>
              <a:spcAft>
                <a:spcPts val="0"/>
              </a:spcAft>
              <a:buClr>
                <a:srgbClr val="272525"/>
              </a:buClr>
              <a:buSzPts val="1200"/>
              <a:buFont typeface="Times New Roman"/>
              <a:buNone/>
            </a:pPr>
            <a:r>
              <a:rPr lang="en-GB" sz="1200">
                <a:solidFill>
                  <a:srgbClr val="272525"/>
                </a:solidFill>
                <a:latin typeface="Times New Roman"/>
                <a:ea typeface="Times New Roman"/>
                <a:cs typeface="Times New Roman"/>
                <a:sym typeface="Times New Roman"/>
              </a:rPr>
              <a:t>Interactive maps and dashboards provide continuous visibility into civic problems</a:t>
            </a:r>
            <a:endParaRPr sz="1200">
              <a:solidFill>
                <a:schemeClr val="lt1"/>
              </a:solidFill>
              <a:latin typeface="Times New Roman"/>
              <a:ea typeface="Times New Roman"/>
              <a:cs typeface="Times New Roman"/>
              <a:sym typeface="Times New Roman"/>
            </a:endParaRPr>
          </a:p>
        </p:txBody>
      </p:sp>
      <p:sp>
        <p:nvSpPr>
          <p:cNvPr id="402" name="Google Shape;402;p38"/>
          <p:cNvSpPr/>
          <p:nvPr/>
        </p:nvSpPr>
        <p:spPr>
          <a:xfrm>
            <a:off x="238093" y="2482234"/>
            <a:ext cx="4473863" cy="1207652"/>
          </a:xfrm>
          <a:prstGeom prst="roundRect">
            <a:avLst>
              <a:gd fmla="val 4475"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3" name="Google Shape;403;p38"/>
          <p:cNvSpPr/>
          <p:nvPr/>
        </p:nvSpPr>
        <p:spPr>
          <a:xfrm>
            <a:off x="358375" y="2602517"/>
            <a:ext cx="343704" cy="343704"/>
          </a:xfrm>
          <a:prstGeom prst="roundRect">
            <a:avLst>
              <a:gd fmla="val 1995122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404" name="Google Shape;404;p38"/>
          <p:cNvPicPr preferRelativeResize="0"/>
          <p:nvPr/>
        </p:nvPicPr>
        <p:blipFill rotWithShape="1">
          <a:blip r:embed="rId5">
            <a:alphaModFix/>
          </a:blip>
          <a:srcRect b="0" l="0" r="0" t="0"/>
          <a:stretch/>
        </p:blipFill>
        <p:spPr>
          <a:xfrm>
            <a:off x="452852" y="2696993"/>
            <a:ext cx="154662" cy="154662"/>
          </a:xfrm>
          <a:prstGeom prst="rect">
            <a:avLst/>
          </a:prstGeom>
          <a:noFill/>
          <a:ln>
            <a:noFill/>
          </a:ln>
        </p:spPr>
      </p:pic>
      <p:sp>
        <p:nvSpPr>
          <p:cNvPr id="405" name="Google Shape;405;p38"/>
          <p:cNvSpPr/>
          <p:nvPr/>
        </p:nvSpPr>
        <p:spPr>
          <a:xfrm>
            <a:off x="358375" y="3034350"/>
            <a:ext cx="2560800" cy="18810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272525"/>
              </a:buClr>
              <a:buSzPts val="1400"/>
              <a:buFont typeface="Times New Roman"/>
              <a:buNone/>
            </a:pPr>
            <a:r>
              <a:rPr b="1" lang="en-GB" sz="1400">
                <a:solidFill>
                  <a:srgbClr val="272525"/>
                </a:solidFill>
                <a:latin typeface="Times New Roman"/>
                <a:ea typeface="Times New Roman"/>
                <a:cs typeface="Times New Roman"/>
                <a:sym typeface="Times New Roman"/>
              </a:rPr>
              <a:t>Improved Transparency</a:t>
            </a:r>
            <a:endParaRPr sz="1400">
              <a:solidFill>
                <a:schemeClr val="lt1"/>
              </a:solidFill>
              <a:latin typeface="Times New Roman"/>
              <a:ea typeface="Times New Roman"/>
              <a:cs typeface="Times New Roman"/>
              <a:sym typeface="Times New Roman"/>
            </a:endParaRPr>
          </a:p>
        </p:txBody>
      </p:sp>
      <p:sp>
        <p:nvSpPr>
          <p:cNvPr id="406" name="Google Shape;406;p38"/>
          <p:cNvSpPr/>
          <p:nvPr/>
        </p:nvSpPr>
        <p:spPr>
          <a:xfrm>
            <a:off x="358375" y="3275189"/>
            <a:ext cx="4289825" cy="271820"/>
          </a:xfrm>
          <a:prstGeom prst="rect">
            <a:avLst/>
          </a:prstGeom>
          <a:noFill/>
          <a:ln>
            <a:noFill/>
          </a:ln>
        </p:spPr>
        <p:txBody>
          <a:bodyPr anchorCtr="0" anchor="t" bIns="0" lIns="0" spcFirstLastPara="1" rIns="0" wrap="square" tIns="0">
            <a:noAutofit/>
          </a:bodyPr>
          <a:lstStyle/>
          <a:p>
            <a:pPr indent="0" lvl="0" marL="0" marR="0" rtl="0" algn="l">
              <a:lnSpc>
                <a:spcPct val="106250"/>
              </a:lnSpc>
              <a:spcBef>
                <a:spcPts val="0"/>
              </a:spcBef>
              <a:spcAft>
                <a:spcPts val="0"/>
              </a:spcAft>
              <a:buClr>
                <a:srgbClr val="272525"/>
              </a:buClr>
              <a:buSzPts val="1200"/>
              <a:buFont typeface="Times New Roman"/>
              <a:buNone/>
            </a:pPr>
            <a:r>
              <a:rPr lang="en-GB" sz="1200">
                <a:solidFill>
                  <a:srgbClr val="272525"/>
                </a:solidFill>
                <a:latin typeface="Times New Roman"/>
                <a:ea typeface="Times New Roman"/>
                <a:cs typeface="Times New Roman"/>
                <a:sym typeface="Times New Roman"/>
              </a:rPr>
              <a:t>Clear communication channels build trust between citizens and </a:t>
            </a:r>
            <a:endParaRPr sz="1100"/>
          </a:p>
          <a:p>
            <a:pPr indent="0" lvl="0" marL="0" marR="0" rtl="0" algn="l">
              <a:lnSpc>
                <a:spcPct val="106250"/>
              </a:lnSpc>
              <a:spcBef>
                <a:spcPts val="0"/>
              </a:spcBef>
              <a:spcAft>
                <a:spcPts val="0"/>
              </a:spcAft>
              <a:buClr>
                <a:srgbClr val="272525"/>
              </a:buClr>
              <a:buSzPts val="1200"/>
              <a:buFont typeface="Times New Roman"/>
              <a:buNone/>
            </a:pPr>
            <a:r>
              <a:rPr lang="en-GB" sz="1200">
                <a:solidFill>
                  <a:srgbClr val="272525"/>
                </a:solidFill>
                <a:latin typeface="Times New Roman"/>
                <a:ea typeface="Times New Roman"/>
                <a:cs typeface="Times New Roman"/>
                <a:sym typeface="Times New Roman"/>
              </a:rPr>
              <a:t>government</a:t>
            </a:r>
            <a:endParaRPr sz="1200">
              <a:solidFill>
                <a:schemeClr val="lt1"/>
              </a:solidFill>
              <a:latin typeface="Times New Roman"/>
              <a:ea typeface="Times New Roman"/>
              <a:cs typeface="Times New Roman"/>
              <a:sym typeface="Times New Roman"/>
            </a:endParaRPr>
          </a:p>
        </p:txBody>
      </p:sp>
      <p:sp>
        <p:nvSpPr>
          <p:cNvPr id="407" name="Google Shape;407;p38"/>
          <p:cNvSpPr/>
          <p:nvPr/>
        </p:nvSpPr>
        <p:spPr>
          <a:xfrm>
            <a:off x="4800092" y="2482234"/>
            <a:ext cx="4284912" cy="1207652"/>
          </a:xfrm>
          <a:prstGeom prst="roundRect">
            <a:avLst>
              <a:gd fmla="val 4475" name="adj"/>
            </a:avLst>
          </a:prstGeom>
          <a:solidFill>
            <a:srgbClr val="CCEEFF"/>
          </a:solidFill>
          <a:ln cap="flat" cmpd="sng" w="9525">
            <a:solidFill>
              <a:srgbClr val="B2D4E5"/>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408" name="Google Shape;408;p38"/>
          <p:cNvSpPr/>
          <p:nvPr/>
        </p:nvSpPr>
        <p:spPr>
          <a:xfrm>
            <a:off x="4920374" y="2602517"/>
            <a:ext cx="343704" cy="343704"/>
          </a:xfrm>
          <a:prstGeom prst="roundRect">
            <a:avLst>
              <a:gd fmla="val 19951220" name="adj"/>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preencoded.png" id="409" name="Google Shape;409;p38"/>
          <p:cNvPicPr preferRelativeResize="0"/>
          <p:nvPr/>
        </p:nvPicPr>
        <p:blipFill rotWithShape="1">
          <a:blip r:embed="rId6">
            <a:alphaModFix/>
          </a:blip>
          <a:srcRect b="0" l="0" r="0" t="0"/>
          <a:stretch/>
        </p:blipFill>
        <p:spPr>
          <a:xfrm>
            <a:off x="5014850" y="2696993"/>
            <a:ext cx="154662" cy="154662"/>
          </a:xfrm>
          <a:prstGeom prst="rect">
            <a:avLst/>
          </a:prstGeom>
          <a:noFill/>
          <a:ln>
            <a:noFill/>
          </a:ln>
        </p:spPr>
      </p:pic>
      <p:sp>
        <p:nvSpPr>
          <p:cNvPr id="410" name="Google Shape;410;p38"/>
          <p:cNvSpPr/>
          <p:nvPr/>
        </p:nvSpPr>
        <p:spPr>
          <a:xfrm>
            <a:off x="4920375" y="3034350"/>
            <a:ext cx="2500800" cy="188100"/>
          </a:xfrm>
          <a:prstGeom prst="rect">
            <a:avLst/>
          </a:prstGeom>
          <a:noFill/>
          <a:ln>
            <a:noFill/>
          </a:ln>
        </p:spPr>
        <p:txBody>
          <a:bodyPr anchorCtr="0" anchor="t" bIns="0" lIns="0" spcFirstLastPara="1" rIns="0" wrap="square" tIns="0">
            <a:noAutofit/>
          </a:bodyPr>
          <a:lstStyle/>
          <a:p>
            <a:pPr indent="0" lvl="0" marL="0" marR="0" rtl="0" algn="l">
              <a:lnSpc>
                <a:spcPct val="108333"/>
              </a:lnSpc>
              <a:spcBef>
                <a:spcPts val="0"/>
              </a:spcBef>
              <a:spcAft>
                <a:spcPts val="0"/>
              </a:spcAft>
              <a:buClr>
                <a:srgbClr val="272525"/>
              </a:buClr>
              <a:buSzPts val="1400"/>
              <a:buFont typeface="Times New Roman"/>
              <a:buNone/>
            </a:pPr>
            <a:r>
              <a:rPr b="1" lang="en-GB" sz="1400">
                <a:solidFill>
                  <a:srgbClr val="272525"/>
                </a:solidFill>
                <a:latin typeface="Times New Roman"/>
                <a:ea typeface="Times New Roman"/>
                <a:cs typeface="Times New Roman"/>
                <a:sym typeface="Times New Roman"/>
              </a:rPr>
              <a:t>Data-Driven Decisions</a:t>
            </a:r>
            <a:endParaRPr sz="1400">
              <a:solidFill>
                <a:schemeClr val="lt1"/>
              </a:solidFill>
              <a:latin typeface="Times New Roman"/>
              <a:ea typeface="Times New Roman"/>
              <a:cs typeface="Times New Roman"/>
              <a:sym typeface="Times New Roman"/>
            </a:endParaRPr>
          </a:p>
        </p:txBody>
      </p:sp>
      <p:sp>
        <p:nvSpPr>
          <p:cNvPr id="411" name="Google Shape;411;p38"/>
          <p:cNvSpPr/>
          <p:nvPr/>
        </p:nvSpPr>
        <p:spPr>
          <a:xfrm>
            <a:off x="4920374" y="3275190"/>
            <a:ext cx="4233297" cy="162163"/>
          </a:xfrm>
          <a:prstGeom prst="rect">
            <a:avLst/>
          </a:prstGeom>
          <a:noFill/>
          <a:ln>
            <a:noFill/>
          </a:ln>
        </p:spPr>
        <p:txBody>
          <a:bodyPr anchorCtr="0" anchor="t" bIns="0" lIns="0" spcFirstLastPara="1" rIns="0" wrap="square" tIns="0">
            <a:noAutofit/>
          </a:bodyPr>
          <a:lstStyle/>
          <a:p>
            <a:pPr indent="0" lvl="0" marL="0" marR="0" rtl="0" algn="l">
              <a:lnSpc>
                <a:spcPct val="106250"/>
              </a:lnSpc>
              <a:spcBef>
                <a:spcPts val="0"/>
              </a:spcBef>
              <a:spcAft>
                <a:spcPts val="0"/>
              </a:spcAft>
              <a:buClr>
                <a:srgbClr val="272525"/>
              </a:buClr>
              <a:buSzPts val="1200"/>
              <a:buFont typeface="Times New Roman"/>
              <a:buNone/>
            </a:pPr>
            <a:r>
              <a:rPr lang="en-GB" sz="1200">
                <a:solidFill>
                  <a:srgbClr val="272525"/>
                </a:solidFill>
                <a:latin typeface="Times New Roman"/>
                <a:ea typeface="Times New Roman"/>
                <a:cs typeface="Times New Roman"/>
                <a:sym typeface="Times New Roman"/>
              </a:rPr>
              <a:t>Analytics and insights enable proactive city management strategies</a:t>
            </a:r>
            <a:endParaRPr sz="1200">
              <a:solidFill>
                <a:schemeClr val="lt1"/>
              </a:solidFill>
              <a:latin typeface="Times New Roman"/>
              <a:ea typeface="Times New Roman"/>
              <a:cs typeface="Times New Roman"/>
              <a:sym typeface="Times New Roman"/>
            </a:endParaRPr>
          </a:p>
        </p:txBody>
      </p:sp>
      <p:sp>
        <p:nvSpPr>
          <p:cNvPr id="412" name="Google Shape;412;p38"/>
          <p:cNvSpPr/>
          <p:nvPr/>
        </p:nvSpPr>
        <p:spPr>
          <a:xfrm>
            <a:off x="238093" y="3781325"/>
            <a:ext cx="1804690" cy="225564"/>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F2F2F2"/>
              </a:buClr>
              <a:buSzPts val="1400"/>
              <a:buFont typeface="Times New Roman"/>
              <a:buNone/>
            </a:pPr>
            <a:r>
              <a:rPr b="1" lang="en-GB" sz="1400">
                <a:solidFill>
                  <a:srgbClr val="F2F2F2"/>
                </a:solidFill>
                <a:latin typeface="Times New Roman"/>
                <a:ea typeface="Times New Roman"/>
                <a:cs typeface="Times New Roman"/>
                <a:sym typeface="Times New Roman"/>
              </a:rPr>
              <a:t>Our Vision</a:t>
            </a:r>
            <a:endParaRPr sz="1400">
              <a:solidFill>
                <a:srgbClr val="F2F2F2"/>
              </a:solidFill>
              <a:latin typeface="Times New Roman"/>
              <a:ea typeface="Times New Roman"/>
              <a:cs typeface="Times New Roman"/>
              <a:sym typeface="Times New Roman"/>
            </a:endParaRPr>
          </a:p>
        </p:txBody>
      </p:sp>
      <p:sp>
        <p:nvSpPr>
          <p:cNvPr id="413" name="Google Shape;413;p38"/>
          <p:cNvSpPr/>
          <p:nvPr/>
        </p:nvSpPr>
        <p:spPr>
          <a:xfrm>
            <a:off x="238093" y="4118063"/>
            <a:ext cx="8846911" cy="486490"/>
          </a:xfrm>
          <a:prstGeom prst="rect">
            <a:avLst/>
          </a:prstGeom>
          <a:noFill/>
          <a:ln>
            <a:noFill/>
          </a:ln>
        </p:spPr>
        <p:txBody>
          <a:bodyPr anchorCtr="0" anchor="t" bIns="0" lIns="0" spcFirstLastPara="1" rIns="0" wrap="square" tIns="0">
            <a:noAutofit/>
          </a:bodyPr>
          <a:lstStyle/>
          <a:p>
            <a:pPr indent="0" lvl="0" marL="0" marR="0" rtl="0" algn="l">
              <a:lnSpc>
                <a:spcPct val="94444"/>
              </a:lnSpc>
              <a:spcBef>
                <a:spcPts val="0"/>
              </a:spcBef>
              <a:spcAft>
                <a:spcPts val="0"/>
              </a:spcAft>
              <a:buClr>
                <a:srgbClr val="F2F2F2"/>
              </a:buClr>
              <a:buSzPts val="1400"/>
              <a:buFont typeface="Times New Roman"/>
              <a:buNone/>
            </a:pPr>
            <a:r>
              <a:rPr lang="en-GB" sz="1400">
                <a:solidFill>
                  <a:srgbClr val="F2F2F2"/>
                </a:solidFill>
                <a:latin typeface="Times New Roman"/>
                <a:ea typeface="Times New Roman"/>
                <a:cs typeface="Times New Roman"/>
                <a:sym typeface="Times New Roman"/>
              </a:rPr>
              <a:t>By bridging the gap between citizens and municipal authorities, SCMSC contributes towards </a:t>
            </a:r>
            <a:r>
              <a:rPr b="1" lang="en-GB" sz="1400">
                <a:solidFill>
                  <a:srgbClr val="F2F2F2"/>
                </a:solidFill>
                <a:latin typeface="Times New Roman"/>
                <a:ea typeface="Times New Roman"/>
                <a:cs typeface="Times New Roman"/>
                <a:sym typeface="Times New Roman"/>
              </a:rPr>
              <a:t>smarter, cleaner, and more responsive cities</a:t>
            </a:r>
            <a:r>
              <a:rPr lang="en-GB" sz="1400">
                <a:solidFill>
                  <a:srgbClr val="F2F2F2"/>
                </a:solidFill>
                <a:latin typeface="Times New Roman"/>
                <a:ea typeface="Times New Roman"/>
                <a:cs typeface="Times New Roman"/>
                <a:sym typeface="Times New Roman"/>
              </a:rPr>
              <a:t> where civic infrastructure receives the attention it deserves. This platform represents a significant step towards active citizen participation in urban governance and data-driven municipal operations.</a:t>
            </a:r>
            <a:endParaRPr sz="1400">
              <a:solidFill>
                <a:srgbClr val="F2F2F2"/>
              </a:solidFill>
              <a:latin typeface="Times New Roman"/>
              <a:ea typeface="Times New Roman"/>
              <a:cs typeface="Times New Roman"/>
              <a:sym typeface="Times New Roman"/>
            </a:endParaRPr>
          </a:p>
        </p:txBody>
      </p:sp>
      <p:sp>
        <p:nvSpPr>
          <p:cNvPr id="414" name="Google Shape;414;p38"/>
          <p:cNvSpPr/>
          <p:nvPr/>
        </p:nvSpPr>
        <p:spPr>
          <a:xfrm>
            <a:off x="220949" y="4724836"/>
            <a:ext cx="8864054" cy="162164"/>
          </a:xfrm>
          <a:prstGeom prst="rect">
            <a:avLst/>
          </a:prstGeom>
          <a:noFill/>
          <a:ln>
            <a:noFill/>
          </a:ln>
        </p:spPr>
        <p:txBody>
          <a:bodyPr anchorCtr="0" anchor="t" bIns="0" lIns="0" spcFirstLastPara="1" rIns="0" wrap="square" tIns="0">
            <a:noAutofit/>
          </a:bodyPr>
          <a:lstStyle/>
          <a:p>
            <a:pPr indent="0" lvl="0" marL="0" marR="0" rtl="0" algn="l">
              <a:lnSpc>
                <a:spcPct val="94444"/>
              </a:lnSpc>
              <a:spcBef>
                <a:spcPts val="0"/>
              </a:spcBef>
              <a:spcAft>
                <a:spcPts val="0"/>
              </a:spcAft>
              <a:buClr>
                <a:srgbClr val="F2F2F2"/>
              </a:buClr>
              <a:buSzPts val="1400"/>
              <a:buFont typeface="Times New Roman"/>
              <a:buNone/>
            </a:pPr>
            <a:r>
              <a:rPr lang="en-GB" sz="1400">
                <a:solidFill>
                  <a:srgbClr val="F2F2F2"/>
                </a:solidFill>
                <a:latin typeface="Times New Roman"/>
                <a:ea typeface="Times New Roman"/>
                <a:cs typeface="Times New Roman"/>
                <a:sym typeface="Times New Roman"/>
              </a:rPr>
              <a:t>"Empowering citizens to shape their cities through technology and transparency"</a:t>
            </a:r>
            <a:endParaRPr sz="1400">
              <a:solidFill>
                <a:srgbClr val="F2F2F2"/>
              </a:solidFill>
              <a:latin typeface="Times New Roman"/>
              <a:ea typeface="Times New Roman"/>
              <a:cs typeface="Times New Roman"/>
              <a:sym typeface="Times New Roman"/>
            </a:endParaRPr>
          </a:p>
        </p:txBody>
      </p:sp>
      <p:sp>
        <p:nvSpPr>
          <p:cNvPr id="415" name="Google Shape;415;p38"/>
          <p:cNvSpPr/>
          <p:nvPr/>
        </p:nvSpPr>
        <p:spPr>
          <a:xfrm>
            <a:off x="238093" y="4633396"/>
            <a:ext cx="17145" cy="360581"/>
          </a:xfrm>
          <a:prstGeom prst="rect">
            <a:avLst/>
          </a:prstGeom>
          <a:solidFill>
            <a:srgbClr val="007EBD"/>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elestial">
  <a:themeElements>
    <a:clrScheme name="Celestial">
      <a:dk1>
        <a:srgbClr val="000000"/>
      </a:dk1>
      <a:lt1>
        <a:srgbClr val="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